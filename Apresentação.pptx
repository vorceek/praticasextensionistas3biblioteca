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8882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1"/>
            <a:ext cx="23044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5936" y="1122363"/>
            <a:ext cx="8789286" cy="2387600"/>
          </a:xfrm>
        </p:spPr>
        <p:txBody>
          <a:bodyPr anchor="b">
            <a:normAutofit/>
          </a:bodyPr>
          <a:lstStyle>
            <a:lvl1pPr algn="l">
              <a:defRPr sz="47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5936" y="3602038"/>
            <a:ext cx="8789286" cy="1655762"/>
          </a:xfrm>
        </p:spPr>
        <p:txBody>
          <a:bodyPr>
            <a:normAutofit/>
          </a:bodyPr>
          <a:lstStyle>
            <a:lvl1pPr marL="0" indent="0" algn="l">
              <a:buNone/>
              <a:defRPr sz="1999" cap="all" baseline="0">
                <a:solidFill>
                  <a:schemeClr val="tx2"/>
                </a:solidFill>
              </a:defRPr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5668" y="5410202"/>
            <a:ext cx="274248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5936" y="5410202"/>
            <a:ext cx="51235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4334" y="5410200"/>
            <a:ext cx="77088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60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1419227"/>
            <a:ext cx="9903420" cy="2852737"/>
          </a:xfrm>
        </p:spPr>
        <p:txBody>
          <a:bodyPr anchor="b">
            <a:normAutofit/>
          </a:bodyPr>
          <a:lstStyle>
            <a:lvl1pPr>
              <a:defRPr sz="35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4" y="4424362"/>
            <a:ext cx="9903420" cy="1374776"/>
          </a:xfrm>
        </p:spPr>
        <p:txBody>
          <a:bodyPr>
            <a:normAutofit/>
          </a:bodyPr>
          <a:lstStyle>
            <a:lvl1pPr marL="0" indent="0">
              <a:buNone/>
              <a:defRPr sz="1799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10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113" y="2249486"/>
            <a:ext cx="4877119" cy="3541714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3" y="2249486"/>
            <a:ext cx="4873941" cy="3541714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5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619127"/>
            <a:ext cx="990342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63" y="2249486"/>
            <a:ext cx="464857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113" y="3073398"/>
            <a:ext cx="4877121" cy="2717801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9141" y="2249485"/>
            <a:ext cx="464539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3073398"/>
            <a:ext cx="4873940" cy="2717801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54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683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6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407" y="609601"/>
            <a:ext cx="3855033" cy="1639884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4858" y="592666"/>
            <a:ext cx="5889675" cy="5198534"/>
          </a:xfrm>
        </p:spPr>
        <p:txBody>
          <a:bodyPr anchor="ctr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407" y="2249486"/>
            <a:ext cx="3855033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84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6" y="609600"/>
            <a:ext cx="5932963" cy="1639886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78799" y="609602"/>
            <a:ext cx="3665735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3" y="2249486"/>
            <a:ext cx="5932966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244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3" y="4304665"/>
            <a:ext cx="9909774" cy="819355"/>
          </a:xfrm>
        </p:spPr>
        <p:txBody>
          <a:bodyPr anchor="b">
            <a:normAutofit/>
          </a:bodyPr>
          <a:lstStyle>
            <a:lvl1pPr>
              <a:defRPr sz="31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114" y="606426"/>
            <a:ext cx="9909773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199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067" y="5124020"/>
            <a:ext cx="9908278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00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59" y="609600"/>
            <a:ext cx="9903375" cy="3429000"/>
          </a:xfrm>
        </p:spPr>
        <p:txBody>
          <a:bodyPr anchor="ctr">
            <a:normAutofit/>
          </a:bodyPr>
          <a:lstStyle>
            <a:lvl1pPr>
              <a:defRPr sz="35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3" y="4419600"/>
            <a:ext cx="9901880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46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609600"/>
            <a:ext cx="9300329" cy="2748429"/>
          </a:xfrm>
        </p:spPr>
        <p:txBody>
          <a:bodyPr anchor="ctr">
            <a:normAutofit/>
          </a:bodyPr>
          <a:lstStyle>
            <a:lvl1pPr>
              <a:defRPr sz="35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196" y="3365557"/>
            <a:ext cx="8750020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4" y="4309919"/>
            <a:ext cx="990342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277" y="732394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4626" y="2764972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2354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3" y="2134042"/>
            <a:ext cx="9903421" cy="2511835"/>
          </a:xfrm>
        </p:spPr>
        <p:txBody>
          <a:bodyPr anchor="b">
            <a:normAutofit/>
          </a:bodyPr>
          <a:lstStyle>
            <a:lvl1pPr>
              <a:defRPr sz="35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067" y="4657655"/>
            <a:ext cx="9901926" cy="1140644"/>
          </a:xfrm>
        </p:spPr>
        <p:txBody>
          <a:bodyPr anchor="t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83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116" y="609600"/>
            <a:ext cx="990341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113" y="2674463"/>
            <a:ext cx="319606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625" y="3360263"/>
            <a:ext cx="3207899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3591" y="2677635"/>
            <a:ext cx="318355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3040" y="3363435"/>
            <a:ext cx="319499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0397" y="2674463"/>
            <a:ext cx="319413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0397" y="3360263"/>
            <a:ext cx="319413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29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114" y="609600"/>
            <a:ext cx="990341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116" y="4404596"/>
            <a:ext cx="3194408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116" y="2666998"/>
            <a:ext cx="3194408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999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116" y="4980859"/>
            <a:ext cx="3194408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7884" y="4404596"/>
            <a:ext cx="3199567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7884" y="2666998"/>
            <a:ext cx="319810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999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6424" y="4980857"/>
            <a:ext cx="3199567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0523" y="4404595"/>
            <a:ext cx="318991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0398" y="2666998"/>
            <a:ext cx="319413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999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0397" y="4980855"/>
            <a:ext cx="319413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55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08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0046" y="609600"/>
            <a:ext cx="2004489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113" y="609600"/>
            <a:ext cx="7746572" cy="5181601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056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8882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4" y="1"/>
            <a:ext cx="12050749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116" y="618518"/>
            <a:ext cx="990341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5" y="2249487"/>
            <a:ext cx="990341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4979" y="5883277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114" y="5883276"/>
            <a:ext cx="6237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3645" y="5883275"/>
            <a:ext cx="770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295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599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orceek/PraticasExtensionistas3Biblioteca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8827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4" y="0"/>
            <a:ext cx="12050749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6" y="0"/>
            <a:ext cx="1220483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3879" y="0"/>
            <a:ext cx="756494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06226" y="1348308"/>
            <a:ext cx="3565287" cy="4697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b="1" dirty="0"/>
              <a:t> </a:t>
            </a:r>
            <a:r>
              <a:rPr lang="en-US" b="1" dirty="0" err="1"/>
              <a:t>Alunos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Vinicios Andrei Mensen </a:t>
            </a:r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Vicenzo Henrique </a:t>
            </a:r>
            <a:r>
              <a:rPr lang="en-US" dirty="0" err="1"/>
              <a:t>Peruzzo</a:t>
            </a:r>
            <a:endParaRPr lang="en-US" dirty="0"/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Jorge Luiz Lopes Polli </a:t>
            </a:r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João Vitor </a:t>
            </a:r>
            <a:r>
              <a:rPr lang="en-US" dirty="0" err="1"/>
              <a:t>Chüler</a:t>
            </a:r>
            <a:r>
              <a:rPr lang="en-US" dirty="0"/>
              <a:t> Battistella</a:t>
            </a:r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Vinicius </a:t>
            </a:r>
            <a:r>
              <a:rPr lang="en-US" dirty="0" err="1"/>
              <a:t>Dalpasquale</a:t>
            </a:r>
            <a:endParaRPr lang="en-US" dirty="0"/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Joao Fernando Piovezan</a:t>
            </a:r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Leonardo Bauer</a:t>
            </a:r>
          </a:p>
        </p:txBody>
      </p:sp>
      <p:sp>
        <p:nvSpPr>
          <p:cNvPr id="4" name="Retângulo 3"/>
          <p:cNvSpPr/>
          <p:nvPr/>
        </p:nvSpPr>
        <p:spPr>
          <a:xfrm>
            <a:off x="4646329" y="4974348"/>
            <a:ext cx="67237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dirty="0">
                <a:solidFill>
                  <a:srgbClr val="F0F6FC"/>
                </a:solidFill>
                <a:latin typeface="Mona Sans VF"/>
              </a:rPr>
              <a:t>Professor: Jean Carlos </a:t>
            </a:r>
            <a:r>
              <a:rPr lang="pt-BR" dirty="0" err="1">
                <a:solidFill>
                  <a:srgbClr val="F0F6FC"/>
                </a:solidFill>
                <a:latin typeface="Mona Sans VF"/>
              </a:rPr>
              <a:t>Hennrichs</a:t>
            </a:r>
            <a:br>
              <a:rPr lang="pt-BR" dirty="0">
                <a:solidFill>
                  <a:srgbClr val="F0F6FC"/>
                </a:solidFill>
                <a:latin typeface="Mona Sans VF"/>
              </a:rPr>
            </a:br>
            <a:r>
              <a:rPr lang="pt-BR" dirty="0">
                <a:solidFill>
                  <a:srgbClr val="F0F6FC"/>
                </a:solidFill>
                <a:latin typeface="Mona Sans VF"/>
              </a:rPr>
              <a:t>Github: </a:t>
            </a:r>
            <a:r>
              <a:rPr lang="pt-BR" dirty="0">
                <a:solidFill>
                  <a:srgbClr val="F0F6FC"/>
                </a:solidFill>
                <a:latin typeface="Mona Sans VF"/>
                <a:hlinkClick r:id="rId3"/>
              </a:rPr>
              <a:t>https://github.com/Vorceek/PraticasExtensionistas3Biblioteca</a:t>
            </a:r>
            <a:endParaRPr lang="pt-BR" b="0" i="0" dirty="0">
              <a:solidFill>
                <a:srgbClr val="F0F6FC"/>
              </a:solidFill>
              <a:effectLst/>
              <a:latin typeface="Mona Sans VF"/>
            </a:endParaRPr>
          </a:p>
        </p:txBody>
      </p:sp>
      <p:pic>
        <p:nvPicPr>
          <p:cNvPr id="86" name="Imagem 85">
            <a:extLst>
              <a:ext uri="{FF2B5EF4-FFF2-40B4-BE49-F238E27FC236}">
                <a16:creationId xmlns:a16="http://schemas.microsoft.com/office/drawing/2014/main" id="{0767D93A-A67B-E4AB-C644-4F4FABDB5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2497" y="5945188"/>
            <a:ext cx="1074909" cy="8473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107934" y="394772"/>
            <a:ext cx="7009472" cy="4697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200" cap="all" dirty="0">
                <a:latin typeface="+mj-lt"/>
                <a:ea typeface="+mj-ea"/>
                <a:cs typeface="+mj-cs"/>
              </a:rPr>
              <a:t>Sistema de Gestão de Biblioteca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8827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4" y="0"/>
            <a:ext cx="12050749" cy="6858001"/>
            <a:chOff x="-14288" y="0"/>
            <a:chExt cx="12053888" cy="685800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3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3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6" y="0"/>
            <a:ext cx="1220483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4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0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018749" y="1093787"/>
            <a:ext cx="3059172" cy="4697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cap="all">
                <a:latin typeface="+mj-lt"/>
                <a:ea typeface="+mj-ea"/>
                <a:cs typeface="+mj-cs"/>
              </a:rPr>
              <a:t>Problema</a:t>
            </a:r>
          </a:p>
        </p:txBody>
      </p:sp>
      <p:sp useBgFill="1">
        <p:nvSpPr>
          <p:cNvPr id="82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3879" y="0"/>
            <a:ext cx="756494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208637" y="1148933"/>
            <a:ext cx="5830426" cy="4697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Controle manual do </a:t>
            </a:r>
            <a:r>
              <a:rPr lang="en-US" dirty="0" err="1"/>
              <a:t>acervo</a:t>
            </a:r>
            <a:r>
              <a:rPr lang="en-US" dirty="0"/>
              <a:t>. 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 err="1"/>
              <a:t>Dificuldade</a:t>
            </a:r>
            <a:r>
              <a:rPr lang="en-US" dirty="0"/>
              <a:t> para </a:t>
            </a:r>
            <a:r>
              <a:rPr lang="en-US" dirty="0" err="1"/>
              <a:t>localizar</a:t>
            </a:r>
            <a:r>
              <a:rPr lang="en-US" dirty="0"/>
              <a:t> </a:t>
            </a:r>
            <a:r>
              <a:rPr lang="en-US" dirty="0" err="1"/>
              <a:t>livros</a:t>
            </a:r>
            <a:r>
              <a:rPr lang="en-US" dirty="0"/>
              <a:t>. 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 err="1"/>
              <a:t>Cadastro</a:t>
            </a:r>
            <a:r>
              <a:rPr lang="en-US" dirty="0"/>
              <a:t> </a:t>
            </a:r>
            <a:r>
              <a:rPr lang="en-US" dirty="0" err="1"/>
              <a:t>descentralizado</a:t>
            </a:r>
            <a:r>
              <a:rPr lang="en-US" dirty="0"/>
              <a:t>. 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 err="1"/>
              <a:t>Pouca</a:t>
            </a:r>
            <a:r>
              <a:rPr lang="en-US" dirty="0"/>
              <a:t> </a:t>
            </a:r>
            <a:r>
              <a:rPr lang="en-US" dirty="0" err="1"/>
              <a:t>interação</a:t>
            </a:r>
            <a:r>
              <a:rPr lang="en-US" dirty="0"/>
              <a:t> com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usuários</a:t>
            </a:r>
            <a:r>
              <a:rPr lang="en-US" dirty="0"/>
              <a:t>. 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Na </a:t>
            </a:r>
            <a:r>
              <a:rPr lang="en-US" dirty="0" err="1"/>
              <a:t>parte</a:t>
            </a:r>
            <a:r>
              <a:rPr lang="en-US" dirty="0"/>
              <a:t> inferior: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b="1" dirty="0" err="1"/>
              <a:t>Objetivo</a:t>
            </a:r>
            <a:endParaRPr lang="en-US" dirty="0"/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 err="1"/>
              <a:t>Desenvolver</a:t>
            </a:r>
            <a:r>
              <a:rPr lang="en-US" dirty="0"/>
              <a:t> um </a:t>
            </a:r>
            <a:r>
              <a:rPr lang="en-US" dirty="0" err="1"/>
              <a:t>sistema</a:t>
            </a:r>
            <a:r>
              <a:rPr lang="en-US" dirty="0"/>
              <a:t> web para </a:t>
            </a:r>
            <a:r>
              <a:rPr lang="en-US" dirty="0" err="1"/>
              <a:t>gerenciamento</a:t>
            </a:r>
            <a:r>
              <a:rPr lang="en-US" dirty="0"/>
              <a:t> de </a:t>
            </a:r>
            <a:r>
              <a:rPr lang="en-US" dirty="0" err="1"/>
              <a:t>biblioteca</a:t>
            </a:r>
            <a:r>
              <a:rPr lang="en-US" dirty="0"/>
              <a:t>.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  <a:defRPr sz="2000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8827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4" y="0"/>
            <a:ext cx="12050749" cy="6858001"/>
            <a:chOff x="-14288" y="0"/>
            <a:chExt cx="12053888" cy="685800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3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3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6" y="0"/>
            <a:ext cx="1220483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4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0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93556" y="658813"/>
            <a:ext cx="3847954" cy="4697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cap="all" dirty="0" err="1">
                <a:latin typeface="+mj-lt"/>
                <a:ea typeface="+mj-ea"/>
                <a:cs typeface="+mj-cs"/>
              </a:rPr>
              <a:t>Solução</a:t>
            </a:r>
            <a:r>
              <a:rPr lang="en-US" sz="3600" cap="all" dirty="0">
                <a:latin typeface="+mj-lt"/>
                <a:ea typeface="+mj-ea"/>
                <a:cs typeface="+mj-cs"/>
              </a:rPr>
              <a:t> </a:t>
            </a:r>
            <a:r>
              <a:rPr lang="en-US" sz="3600" cap="all" dirty="0" err="1">
                <a:latin typeface="+mj-lt"/>
                <a:ea typeface="+mj-ea"/>
                <a:cs typeface="+mj-cs"/>
              </a:rPr>
              <a:t>Computacional</a:t>
            </a:r>
            <a:endParaRPr lang="en-US" sz="3600" cap="all" dirty="0">
              <a:latin typeface="+mj-lt"/>
              <a:ea typeface="+mj-ea"/>
              <a:cs typeface="+mj-cs"/>
            </a:endParaRPr>
          </a:p>
        </p:txBody>
      </p:sp>
      <p:sp useBgFill="1">
        <p:nvSpPr>
          <p:cNvPr id="82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3879" y="0"/>
            <a:ext cx="756494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214108" y="1093788"/>
            <a:ext cx="6343056" cy="4697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  <a:defRPr sz="2000"/>
            </a:pPr>
            <a:r>
              <a:rPr lang="en-US" dirty="0"/>
              <a:t>Sistema web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pt-BR" dirty="0"/>
              <a:t>Python, Django, </a:t>
            </a:r>
            <a:r>
              <a:rPr lang="pt-BR" dirty="0" err="1"/>
              <a:t>SQLite</a:t>
            </a:r>
            <a:r>
              <a:rPr lang="pt-BR" dirty="0"/>
              <a:t>, HTML, CSS</a:t>
            </a:r>
            <a:endParaRPr lang="en-US" b="1" dirty="0"/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</a:pPr>
            <a:br>
              <a:rPr lang="en-US" dirty="0"/>
            </a:br>
            <a:r>
              <a:rPr lang="en-US" dirty="0"/>
              <a:t>✔ Login</a:t>
            </a:r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dirty="0"/>
              <a:t>✔ CRUD de </a:t>
            </a:r>
            <a:r>
              <a:rPr lang="en-US" dirty="0" err="1"/>
              <a:t>Livros</a:t>
            </a:r>
            <a:endParaRPr lang="en-US" dirty="0"/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dirty="0"/>
              <a:t>✔ CRUD de Autores</a:t>
            </a:r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dirty="0"/>
              <a:t>✔ Consulta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Acervo</a:t>
            </a:r>
            <a:endParaRPr lang="en-US" dirty="0"/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dirty="0"/>
              <a:t>✔ </a:t>
            </a:r>
            <a:r>
              <a:rPr lang="en-US" dirty="0" err="1"/>
              <a:t>Formulário</a:t>
            </a:r>
            <a:r>
              <a:rPr lang="en-US" dirty="0"/>
              <a:t> de </a:t>
            </a:r>
            <a:r>
              <a:rPr lang="en-US" dirty="0" err="1"/>
              <a:t>Contato</a:t>
            </a:r>
            <a:endParaRPr lang="en-US" dirty="0"/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dirty="0"/>
              <a:t>✔ </a:t>
            </a:r>
            <a:r>
              <a:rPr lang="en-US" dirty="0" err="1"/>
              <a:t>Painel</a:t>
            </a:r>
            <a:r>
              <a:rPr lang="en-US" dirty="0"/>
              <a:t> </a:t>
            </a:r>
            <a:r>
              <a:rPr lang="en-US" dirty="0" err="1"/>
              <a:t>Administrativo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8827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4" y="0"/>
            <a:ext cx="12050749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6" y="0"/>
            <a:ext cx="1220483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018749" y="1093787"/>
            <a:ext cx="3059172" cy="4697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cap="all">
                <a:latin typeface="+mj-lt"/>
                <a:ea typeface="+mj-ea"/>
                <a:cs typeface="+mj-cs"/>
              </a:rPr>
              <a:t>Modelo ER</a:t>
            </a:r>
          </a:p>
        </p:txBody>
      </p: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3879" y="0"/>
            <a:ext cx="756494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5032519-BB98-7E6D-583D-E2E5CE96C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648" y="931694"/>
            <a:ext cx="7273861" cy="48189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8827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4" y="0"/>
            <a:ext cx="12050749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6" y="0"/>
            <a:ext cx="1220483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018749" y="1093787"/>
            <a:ext cx="3059172" cy="4697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cap="all" dirty="0" err="1">
                <a:latin typeface="+mj-lt"/>
                <a:ea typeface="+mj-ea"/>
                <a:cs typeface="+mj-cs"/>
              </a:rPr>
              <a:t>Diagrama</a:t>
            </a:r>
            <a:r>
              <a:rPr lang="en-US" sz="3600" cap="all" dirty="0">
                <a:latin typeface="+mj-lt"/>
                <a:ea typeface="+mj-ea"/>
                <a:cs typeface="+mj-cs"/>
              </a:rPr>
              <a:t> de Caso de Uso</a:t>
            </a:r>
          </a:p>
        </p:txBody>
      </p: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3879" y="0"/>
            <a:ext cx="756494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84C9BFB-636C-7429-3CB4-5E816F98E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773" y="719932"/>
            <a:ext cx="7120318" cy="51069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FC02B45-A92C-F2D0-699F-DB00A444A9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" y="0"/>
            <a:ext cx="12188824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2DC8340-41DE-8C95-FF39-F454853B3E0E}"/>
              </a:ext>
            </a:extLst>
          </p:cNvPr>
          <p:cNvSpPr txBox="1"/>
          <p:nvPr/>
        </p:nvSpPr>
        <p:spPr>
          <a:xfrm>
            <a:off x="1940353" y="4080730"/>
            <a:ext cx="61049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solidFill>
                  <a:schemeClr val="bg1"/>
                </a:solidFill>
              </a:rPr>
              <a:t>Funcionalidades que serão demonstradas:</a:t>
            </a:r>
            <a:br>
              <a:rPr lang="pt-BR" b="1" dirty="0">
                <a:solidFill>
                  <a:schemeClr val="bg1"/>
                </a:solidFill>
              </a:rPr>
            </a:br>
            <a:endParaRPr lang="pt-BR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pt-BR" sz="1400" dirty="0">
                <a:solidFill>
                  <a:schemeClr val="bg1"/>
                </a:solidFill>
              </a:rPr>
              <a:t>✔</a:t>
            </a:r>
            <a:r>
              <a:rPr lang="pt-BR" dirty="0">
                <a:solidFill>
                  <a:schemeClr val="bg1"/>
                </a:solidFill>
              </a:rPr>
              <a:t> Interface principal</a:t>
            </a:r>
          </a:p>
          <a:p>
            <a:r>
              <a:rPr lang="pt-BR" sz="1400" dirty="0">
                <a:solidFill>
                  <a:schemeClr val="bg1"/>
                </a:solidFill>
              </a:rPr>
              <a:t>✔</a:t>
            </a:r>
            <a:r>
              <a:rPr lang="pt-BR" dirty="0">
                <a:solidFill>
                  <a:schemeClr val="bg1"/>
                </a:solidFill>
              </a:rPr>
              <a:t> CRUD de livros e autores</a:t>
            </a:r>
          </a:p>
          <a:p>
            <a:pPr>
              <a:buNone/>
            </a:pPr>
            <a:r>
              <a:rPr lang="pt-BR" sz="1400" dirty="0">
                <a:solidFill>
                  <a:schemeClr val="bg1"/>
                </a:solidFill>
              </a:rPr>
              <a:t>✔</a:t>
            </a:r>
            <a:r>
              <a:rPr lang="pt-BR" dirty="0">
                <a:solidFill>
                  <a:schemeClr val="bg1"/>
                </a:solidFill>
              </a:rPr>
              <a:t> Consulta ao acervo</a:t>
            </a:r>
          </a:p>
          <a:p>
            <a:pPr>
              <a:buNone/>
            </a:pPr>
            <a:r>
              <a:rPr lang="pt-BR" sz="1400" dirty="0">
                <a:solidFill>
                  <a:schemeClr val="bg1"/>
                </a:solidFill>
              </a:rPr>
              <a:t>✔</a:t>
            </a:r>
            <a:r>
              <a:rPr lang="pt-BR" dirty="0">
                <a:solidFill>
                  <a:schemeClr val="bg1"/>
                </a:solidFill>
              </a:rPr>
              <a:t> Formulário de contato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4C0D74C-95F6-E38D-9824-520EEBFB7372}"/>
              </a:ext>
            </a:extLst>
          </p:cNvPr>
          <p:cNvSpPr txBox="1"/>
          <p:nvPr/>
        </p:nvSpPr>
        <p:spPr>
          <a:xfrm>
            <a:off x="234534" y="520327"/>
            <a:ext cx="1134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>
                <a:solidFill>
                  <a:schemeClr val="bg1"/>
                </a:solidFill>
              </a:rPr>
              <a:t>Demonstração do Sistema</a:t>
            </a:r>
          </a:p>
        </p:txBody>
      </p:sp>
    </p:spTree>
    <p:extLst>
      <p:ext uri="{BB962C8B-B14F-4D97-AF65-F5344CB8AC3E}">
        <p14:creationId xmlns:p14="http://schemas.microsoft.com/office/powerpoint/2010/main" val="1885685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8827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4" y="0"/>
            <a:ext cx="12050749" cy="6858001"/>
            <a:chOff x="-14288" y="0"/>
            <a:chExt cx="12053888" cy="685800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3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3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6" y="0"/>
            <a:ext cx="1220483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4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0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53032" y="1039237"/>
            <a:ext cx="4065385" cy="4697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cap="all" dirty="0" err="1">
                <a:latin typeface="+mj-lt"/>
                <a:ea typeface="+mj-ea"/>
                <a:cs typeface="+mj-cs"/>
              </a:rPr>
              <a:t>Agradecimentos</a:t>
            </a:r>
            <a:endParaRPr lang="en-US" sz="3600" cap="all" dirty="0">
              <a:latin typeface="+mj-lt"/>
              <a:ea typeface="+mj-ea"/>
              <a:cs typeface="+mj-cs"/>
            </a:endParaRPr>
          </a:p>
        </p:txBody>
      </p:sp>
      <p:sp useBgFill="1">
        <p:nvSpPr>
          <p:cNvPr id="82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3879" y="0"/>
            <a:ext cx="756494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214108" y="2026661"/>
            <a:ext cx="5830426" cy="2212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  <a:defRPr sz="2000"/>
            </a:pPr>
            <a:r>
              <a:rPr lang="pt-BR" dirty="0"/>
              <a:t>Agradecemos ao professor </a:t>
            </a:r>
            <a:r>
              <a:rPr lang="pt-BR" b="1" dirty="0"/>
              <a:t>Jean Carlos </a:t>
            </a:r>
            <a:r>
              <a:rPr lang="pt-BR" b="1" dirty="0" err="1"/>
              <a:t>Hennrichs</a:t>
            </a:r>
            <a:r>
              <a:rPr lang="pt-BR" dirty="0"/>
              <a:t> e a todos pela atenção.</a:t>
            </a:r>
            <a:endParaRPr lang="en-US" sz="2000" dirty="0"/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  <a:defRPr sz="2000"/>
            </a:pPr>
            <a:endParaRPr lang="en-US" sz="2000" dirty="0"/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  <a:defRPr sz="2000"/>
            </a:pPr>
            <a:endParaRPr lang="en-US" sz="2000" dirty="0"/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  <a:defRPr sz="2000"/>
            </a:pPr>
            <a:r>
              <a:rPr lang="en-US" sz="2000" b="1" dirty="0" err="1"/>
              <a:t>Perguntas</a:t>
            </a:r>
            <a:r>
              <a:rPr lang="en-US" sz="2000" b="1" dirty="0"/>
              <a:t>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235BBB1-9AEF-2932-F500-C48DF5AA6A99}"/>
              </a:ext>
            </a:extLst>
          </p:cNvPr>
          <p:cNvSpPr txBox="1"/>
          <p:nvPr/>
        </p:nvSpPr>
        <p:spPr>
          <a:xfrm>
            <a:off x="4766708" y="6260604"/>
            <a:ext cx="6105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/>
              <a:t>Sistema de Gestão de Biblioteca</a:t>
            </a:r>
            <a:br>
              <a:rPr lang="pt-BR" sz="1200" dirty="0"/>
            </a:br>
            <a:r>
              <a:rPr lang="pt-BR" sz="1200" dirty="0"/>
              <a:t>Práticas Extensionistas III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45</TotalTime>
  <Words>174</Words>
  <Application>Microsoft Office PowerPoint</Application>
  <PresentationFormat>Personalizar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Mona Sans VF</vt:lpstr>
      <vt:lpstr>Tw Cen MT</vt:lpstr>
      <vt:lpstr>Circuito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Vinicios Mensen</dc:creator>
  <cp:keywords/>
  <dc:description>generated using python-pptx</dc:description>
  <cp:lastModifiedBy>Vinicios Mensen</cp:lastModifiedBy>
  <cp:revision>4</cp:revision>
  <dcterms:created xsi:type="dcterms:W3CDTF">2013-01-27T09:14:16Z</dcterms:created>
  <dcterms:modified xsi:type="dcterms:W3CDTF">2026-07-07T18:11:52Z</dcterms:modified>
  <cp:category/>
</cp:coreProperties>
</file>