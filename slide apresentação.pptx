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1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88828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1"/>
            <a:ext cx="23044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5936" y="1122363"/>
            <a:ext cx="8789286" cy="2387600"/>
          </a:xfrm>
        </p:spPr>
        <p:txBody>
          <a:bodyPr anchor="b">
            <a:normAutofit/>
          </a:bodyPr>
          <a:lstStyle>
            <a:lvl1pPr algn="l">
              <a:defRPr sz="47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5936" y="3602038"/>
            <a:ext cx="8789286" cy="1655762"/>
          </a:xfrm>
        </p:spPr>
        <p:txBody>
          <a:bodyPr>
            <a:normAutofit/>
          </a:bodyPr>
          <a:lstStyle>
            <a:lvl1pPr marL="0" indent="0" algn="l">
              <a:buNone/>
              <a:defRPr sz="1999" cap="all" baseline="0">
                <a:solidFill>
                  <a:schemeClr val="tx2"/>
                </a:solidFill>
              </a:defRPr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5668" y="5410202"/>
            <a:ext cx="274248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5936" y="5410202"/>
            <a:ext cx="512355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4334" y="5410200"/>
            <a:ext cx="77088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60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50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4" y="1419227"/>
            <a:ext cx="9903420" cy="2852737"/>
          </a:xfrm>
        </p:spPr>
        <p:txBody>
          <a:bodyPr anchor="b">
            <a:normAutofit/>
          </a:bodyPr>
          <a:lstStyle>
            <a:lvl1pPr>
              <a:defRPr sz="35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114" y="4424362"/>
            <a:ext cx="9903420" cy="1374776"/>
          </a:xfrm>
        </p:spPr>
        <p:txBody>
          <a:bodyPr>
            <a:normAutofit/>
          </a:bodyPr>
          <a:lstStyle>
            <a:lvl1pPr marL="0" indent="0">
              <a:buNone/>
              <a:defRPr sz="1799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10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113" y="2249486"/>
            <a:ext cx="4877119" cy="3541714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3" y="2249486"/>
            <a:ext cx="4873941" cy="3541714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55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4" y="619127"/>
            <a:ext cx="990342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9663" y="2249486"/>
            <a:ext cx="464857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3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113" y="3073398"/>
            <a:ext cx="4877121" cy="2717801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9141" y="2249485"/>
            <a:ext cx="464539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3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3073398"/>
            <a:ext cx="4873940" cy="2717801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154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683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68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407" y="609601"/>
            <a:ext cx="3855033" cy="1639884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4858" y="592666"/>
            <a:ext cx="5889675" cy="5198534"/>
          </a:xfrm>
        </p:spPr>
        <p:txBody>
          <a:bodyPr anchor="ctr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407" y="2249486"/>
            <a:ext cx="3855033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84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6" y="609600"/>
            <a:ext cx="5932963" cy="1639886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78799" y="609602"/>
            <a:ext cx="3665735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113" y="2249486"/>
            <a:ext cx="5932966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244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3" y="4304665"/>
            <a:ext cx="9909774" cy="819355"/>
          </a:xfrm>
        </p:spPr>
        <p:txBody>
          <a:bodyPr anchor="b">
            <a:normAutofit/>
          </a:bodyPr>
          <a:lstStyle>
            <a:lvl1pPr>
              <a:defRPr sz="31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114" y="606426"/>
            <a:ext cx="9909773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199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067" y="5124020"/>
            <a:ext cx="9908278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200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59" y="609600"/>
            <a:ext cx="9903375" cy="3429000"/>
          </a:xfrm>
        </p:spPr>
        <p:txBody>
          <a:bodyPr anchor="ctr">
            <a:normAutofit/>
          </a:bodyPr>
          <a:lstStyle>
            <a:lvl1pPr>
              <a:defRPr sz="35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113" y="4419600"/>
            <a:ext cx="9901880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746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609600"/>
            <a:ext cx="9300329" cy="2748429"/>
          </a:xfrm>
        </p:spPr>
        <p:txBody>
          <a:bodyPr anchor="ctr">
            <a:normAutofit/>
          </a:bodyPr>
          <a:lstStyle>
            <a:lvl1pPr>
              <a:defRPr sz="35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196" y="3365557"/>
            <a:ext cx="8750020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114" y="4309919"/>
            <a:ext cx="990342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277" y="732394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4626" y="2764972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23541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3" y="2134042"/>
            <a:ext cx="9903421" cy="2511835"/>
          </a:xfrm>
        </p:spPr>
        <p:txBody>
          <a:bodyPr anchor="b">
            <a:normAutofit/>
          </a:bodyPr>
          <a:lstStyle>
            <a:lvl1pPr>
              <a:defRPr sz="35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067" y="4657655"/>
            <a:ext cx="9901926" cy="1140644"/>
          </a:xfrm>
        </p:spPr>
        <p:txBody>
          <a:bodyPr anchor="t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6837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116" y="609600"/>
            <a:ext cx="990341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113" y="2674463"/>
            <a:ext cx="319606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3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625" y="3360263"/>
            <a:ext cx="3207899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3591" y="2677635"/>
            <a:ext cx="318355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3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3040" y="3363435"/>
            <a:ext cx="319499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0397" y="2674463"/>
            <a:ext cx="319413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3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0397" y="3360263"/>
            <a:ext cx="319413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296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114" y="609600"/>
            <a:ext cx="990341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116" y="4404596"/>
            <a:ext cx="3194408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9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116" y="2666998"/>
            <a:ext cx="3194408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999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116" y="4980859"/>
            <a:ext cx="3194408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7884" y="4404596"/>
            <a:ext cx="3199567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9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7884" y="2666998"/>
            <a:ext cx="319810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999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6424" y="4980857"/>
            <a:ext cx="3199567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0523" y="4404595"/>
            <a:ext cx="318991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9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0398" y="2666998"/>
            <a:ext cx="319413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999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0397" y="4980855"/>
            <a:ext cx="319413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8552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1084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0046" y="609600"/>
            <a:ext cx="2004489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113" y="609600"/>
            <a:ext cx="7746572" cy="5181601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056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88828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4" y="1"/>
            <a:ext cx="12050749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116" y="618518"/>
            <a:ext cx="990341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115" y="2249487"/>
            <a:ext cx="990341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4979" y="5883277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114" y="5883276"/>
            <a:ext cx="62376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3645" y="5883275"/>
            <a:ext cx="7708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7295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3599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9FBB3149-8289-4060-BB01-ED3047C53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88827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BAEF7DA-43C4-4736-B5A3-B48E6125A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4" y="0"/>
            <a:ext cx="12050749" cy="6858001"/>
            <a:chOff x="-14288" y="0"/>
            <a:chExt cx="12053888" cy="68580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909436B-313B-4D27-BD55-E8303EF45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4" name="Rectangle 5">
                <a:extLst>
                  <a:ext uri="{FF2B5EF4-FFF2-40B4-BE49-F238E27FC236}">
                    <a16:creationId xmlns:a16="http://schemas.microsoft.com/office/drawing/2014/main" id="{758BC0E2-32D9-41ED-907C-DA3C4A698E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41E486E5-1757-4896-A762-4D0BE33091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5812B4BD-11B4-43E6-B3D0-1F424A9FD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6A0E1D38-C2A3-42C9-920D-F40319CE16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3FAF6AF3-9B01-4BEB-BB6B-08B348511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53F7FADA-61E9-4AAB-BED8-D6FD1BB545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46419F9F-3EEC-45FF-98BB-4F20D5347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1E081BCD-31AF-4E94-966D-497357D221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5082EAA7-B95F-462F-8307-2C9EC1C35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E9A57125-4B73-448E-B7B7-94380A928D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7290E834-81F0-42A1-B66B-33D4580573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C9FA5563-6ED2-4EAC-A8ED-DF71850ACD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50479572-5CA3-41F4-8BDC-F039335C2C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4156CB6F-DF65-4A51-A840-7A4177BDF6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9252974F-88C0-4CAA-A42D-E94E2B7A6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id="{DE3974B2-2875-4AFE-A30A-6EE823E579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948A52FE-E1B0-4297-BBBE-C860B4E3D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id="{C6E71B5D-6B02-417C-A0CF-4447C55F2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0FB94710-B373-451B-84A2-947DDB4564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id="{4E47778B-FD55-4A2C-A53F-E548158C89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DA2A4F49-8FC4-4F12-8707-A6CC117E58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2293D140-51FA-484D-8464-785D8FD3D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AA66B21A-3C7F-426E-9C38-C0D6AEF13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F22F8B0E-04B8-4D29-9E19-CACDAE6AB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E0D8C2CC-1759-4605-B3C9-DA4B1EF250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547A4BC3-AA95-4A78-AC23-65A4CE843B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93059BC9-C7C3-41F9-8BBA-7BF49FF602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335FE01-8192-4D2A-93F8-2F680F728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" name="Freeform 32">
                <a:extLst>
                  <a:ext uri="{FF2B5EF4-FFF2-40B4-BE49-F238E27FC236}">
                    <a16:creationId xmlns:a16="http://schemas.microsoft.com/office/drawing/2014/main" id="{A150A82A-9896-4D5B-BAA5-0A7ECD0789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Freeform 33">
                <a:extLst>
                  <a:ext uri="{FF2B5EF4-FFF2-40B4-BE49-F238E27FC236}">
                    <a16:creationId xmlns:a16="http://schemas.microsoft.com/office/drawing/2014/main" id="{82641EF7-9CDB-40BE-A964-13F866165C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" name="Freeform 34">
                <a:extLst>
                  <a:ext uri="{FF2B5EF4-FFF2-40B4-BE49-F238E27FC236}">
                    <a16:creationId xmlns:a16="http://schemas.microsoft.com/office/drawing/2014/main" id="{A1D1CF16-B5BD-4021-9BA9-637569FC80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" name="Freeform 35">
                <a:extLst>
                  <a:ext uri="{FF2B5EF4-FFF2-40B4-BE49-F238E27FC236}">
                    <a16:creationId xmlns:a16="http://schemas.microsoft.com/office/drawing/2014/main" id="{FF13F72C-CC27-48A0-AC55-686AB9153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id="{0EC3BA8B-33ED-483D-935C-170AD0C4D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C4C451E6-48CE-4642-B51D-FE44840872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Freeform 38">
                <a:extLst>
                  <a:ext uri="{FF2B5EF4-FFF2-40B4-BE49-F238E27FC236}">
                    <a16:creationId xmlns:a16="http://schemas.microsoft.com/office/drawing/2014/main" id="{0F88F098-E44C-4A45-AE2B-595A7B8527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" name="Freeform 39">
                <a:extLst>
                  <a:ext uri="{FF2B5EF4-FFF2-40B4-BE49-F238E27FC236}">
                    <a16:creationId xmlns:a16="http://schemas.microsoft.com/office/drawing/2014/main" id="{5B782B5D-8B67-4CD5-A0B3-8067BBB328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" name="Freeform 40">
                <a:extLst>
                  <a:ext uri="{FF2B5EF4-FFF2-40B4-BE49-F238E27FC236}">
                    <a16:creationId xmlns:a16="http://schemas.microsoft.com/office/drawing/2014/main" id="{897A4906-0942-4CD6-840D-0915E0C4D0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3" name="Rectangle 41">
                <a:extLst>
                  <a:ext uri="{FF2B5EF4-FFF2-40B4-BE49-F238E27FC236}">
                    <a16:creationId xmlns:a16="http://schemas.microsoft.com/office/drawing/2014/main" id="{D1131789-2DD5-462E-9FC9-E25021F5CF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6" y="0"/>
            <a:ext cx="1220483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55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5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6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1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5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6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7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8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9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0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1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 useBgFill="1">
        <p:nvSpPr>
          <p:cNvPr id="83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3879" y="0"/>
            <a:ext cx="756494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06226" y="1348308"/>
            <a:ext cx="3565287" cy="4697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120000"/>
              </a:lnSpc>
              <a:spcAft>
                <a:spcPts val="600"/>
              </a:spcAft>
              <a:buSzPct val="125000"/>
            </a:pPr>
            <a:r>
              <a:rPr lang="en-US" b="1" dirty="0"/>
              <a:t> </a:t>
            </a:r>
            <a:r>
              <a:rPr lang="en-US" b="1" dirty="0" err="1"/>
              <a:t>Alunos</a:t>
            </a:r>
            <a:r>
              <a:rPr lang="en-US" b="1" dirty="0"/>
              <a:t>:</a:t>
            </a:r>
            <a:br>
              <a:rPr lang="en-US" dirty="0"/>
            </a:br>
            <a:endParaRPr lang="en-US" dirty="0"/>
          </a:p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/>
              <a:t>Vinicios Andrei Mensen </a:t>
            </a:r>
          </a:p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/>
              <a:t>Vicenzo Henrique </a:t>
            </a:r>
            <a:r>
              <a:rPr lang="en-US" dirty="0" err="1"/>
              <a:t>Peruzzo</a:t>
            </a:r>
            <a:endParaRPr lang="en-US" dirty="0"/>
          </a:p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/>
              <a:t>Jorge Luiz Lopes Polli </a:t>
            </a:r>
          </a:p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/>
              <a:t>João Vitor </a:t>
            </a:r>
            <a:r>
              <a:rPr lang="en-US" dirty="0" err="1"/>
              <a:t>Chüler</a:t>
            </a:r>
            <a:r>
              <a:rPr lang="en-US" dirty="0"/>
              <a:t> Battistella</a:t>
            </a:r>
          </a:p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/>
              <a:t>Vinicius </a:t>
            </a:r>
            <a:r>
              <a:rPr lang="en-US" dirty="0" err="1"/>
              <a:t>Dalpasquale</a:t>
            </a:r>
            <a:endParaRPr lang="en-US" dirty="0"/>
          </a:p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/>
              <a:t>Joao Fernando Piovezan</a:t>
            </a:r>
          </a:p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/>
              <a:t>Leonardo </a:t>
            </a:r>
            <a:r>
              <a:rPr lang="en-US" dirty="0"/>
              <a:t>Bauer</a:t>
            </a:r>
          </a:p>
        </p:txBody>
      </p:sp>
      <p:sp>
        <p:nvSpPr>
          <p:cNvPr id="4" name="Retângulo 3"/>
          <p:cNvSpPr/>
          <p:nvPr/>
        </p:nvSpPr>
        <p:spPr>
          <a:xfrm>
            <a:off x="4984594" y="5495399"/>
            <a:ext cx="6092825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600"/>
              </a:spcAft>
            </a:pPr>
            <a:r>
              <a:rPr lang="pt-BR" dirty="0">
                <a:solidFill>
                  <a:srgbClr val="F0F6FC"/>
                </a:solidFill>
                <a:latin typeface="Mona Sans VF"/>
              </a:rPr>
              <a:t>Professor: Jean Carlos </a:t>
            </a:r>
            <a:r>
              <a:rPr lang="pt-BR" dirty="0" err="1">
                <a:solidFill>
                  <a:srgbClr val="F0F6FC"/>
                </a:solidFill>
                <a:latin typeface="Mona Sans VF"/>
              </a:rPr>
              <a:t>Hennrichs</a:t>
            </a:r>
            <a:endParaRPr lang="pt-BR" b="0" i="0" dirty="0">
              <a:solidFill>
                <a:srgbClr val="F0F6FC"/>
              </a:solidFill>
              <a:effectLst/>
              <a:latin typeface="Mona Sans VF"/>
            </a:endParaRPr>
          </a:p>
        </p:txBody>
      </p:sp>
      <p:pic>
        <p:nvPicPr>
          <p:cNvPr id="86" name="Imagem 85">
            <a:extLst>
              <a:ext uri="{FF2B5EF4-FFF2-40B4-BE49-F238E27FC236}">
                <a16:creationId xmlns:a16="http://schemas.microsoft.com/office/drawing/2014/main" id="{0767D93A-A67B-E4AB-C644-4F4FABDB5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2497" y="5945188"/>
            <a:ext cx="1074909" cy="84733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107934" y="394772"/>
            <a:ext cx="7009472" cy="4697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200" cap="all" dirty="0">
                <a:latin typeface="+mj-lt"/>
                <a:ea typeface="+mj-ea"/>
                <a:cs typeface="+mj-cs"/>
              </a:rPr>
              <a:t>Sistema de Gestão de Biblioteca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9FBB3149-8289-4060-BB01-ED3047C53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88827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BAEF7DA-43C4-4736-B5A3-B48E6125A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4" y="0"/>
            <a:ext cx="12050749" cy="6858001"/>
            <a:chOff x="-14288" y="0"/>
            <a:chExt cx="12053888" cy="685800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909436B-313B-4D27-BD55-E8303EF45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3" name="Rectangle 5">
                <a:extLst>
                  <a:ext uri="{FF2B5EF4-FFF2-40B4-BE49-F238E27FC236}">
                    <a16:creationId xmlns:a16="http://schemas.microsoft.com/office/drawing/2014/main" id="{758BC0E2-32D9-41ED-907C-DA3C4A698E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" name="Freeform 6">
                <a:extLst>
                  <a:ext uri="{FF2B5EF4-FFF2-40B4-BE49-F238E27FC236}">
                    <a16:creationId xmlns:a16="http://schemas.microsoft.com/office/drawing/2014/main" id="{41E486E5-1757-4896-A762-4D0BE33091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" name="Freeform 7">
                <a:extLst>
                  <a:ext uri="{FF2B5EF4-FFF2-40B4-BE49-F238E27FC236}">
                    <a16:creationId xmlns:a16="http://schemas.microsoft.com/office/drawing/2014/main" id="{5812B4BD-11B4-43E6-B3D0-1F424A9FD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" name="Freeform 8">
                <a:extLst>
                  <a:ext uri="{FF2B5EF4-FFF2-40B4-BE49-F238E27FC236}">
                    <a16:creationId xmlns:a16="http://schemas.microsoft.com/office/drawing/2014/main" id="{6A0E1D38-C2A3-42C9-920D-F40319CE16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" name="Freeform 9">
                <a:extLst>
                  <a:ext uri="{FF2B5EF4-FFF2-40B4-BE49-F238E27FC236}">
                    <a16:creationId xmlns:a16="http://schemas.microsoft.com/office/drawing/2014/main" id="{3FAF6AF3-9B01-4BEB-BB6B-08B348511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53F7FADA-61E9-4AAB-BED8-D6FD1BB545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9" name="Freeform 11">
                <a:extLst>
                  <a:ext uri="{FF2B5EF4-FFF2-40B4-BE49-F238E27FC236}">
                    <a16:creationId xmlns:a16="http://schemas.microsoft.com/office/drawing/2014/main" id="{46419F9F-3EEC-45FF-98BB-4F20D5347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" name="Freeform 12">
                <a:extLst>
                  <a:ext uri="{FF2B5EF4-FFF2-40B4-BE49-F238E27FC236}">
                    <a16:creationId xmlns:a16="http://schemas.microsoft.com/office/drawing/2014/main" id="{1E081BCD-31AF-4E94-966D-497357D221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1" name="Freeform 13">
                <a:extLst>
                  <a:ext uri="{FF2B5EF4-FFF2-40B4-BE49-F238E27FC236}">
                    <a16:creationId xmlns:a16="http://schemas.microsoft.com/office/drawing/2014/main" id="{5082EAA7-B95F-462F-8307-2C9EC1C35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" name="Freeform 14">
                <a:extLst>
                  <a:ext uri="{FF2B5EF4-FFF2-40B4-BE49-F238E27FC236}">
                    <a16:creationId xmlns:a16="http://schemas.microsoft.com/office/drawing/2014/main" id="{E9A57125-4B73-448E-B7B7-94380A928D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3" name="Freeform 15">
                <a:extLst>
                  <a:ext uri="{FF2B5EF4-FFF2-40B4-BE49-F238E27FC236}">
                    <a16:creationId xmlns:a16="http://schemas.microsoft.com/office/drawing/2014/main" id="{7290E834-81F0-42A1-B66B-33D4580573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4" name="Line 16">
                <a:extLst>
                  <a:ext uri="{FF2B5EF4-FFF2-40B4-BE49-F238E27FC236}">
                    <a16:creationId xmlns:a16="http://schemas.microsoft.com/office/drawing/2014/main" id="{C9FA5563-6ED2-4EAC-A8ED-DF71850ACD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5" name="Freeform 17">
                <a:extLst>
                  <a:ext uri="{FF2B5EF4-FFF2-40B4-BE49-F238E27FC236}">
                    <a16:creationId xmlns:a16="http://schemas.microsoft.com/office/drawing/2014/main" id="{50479572-5CA3-41F4-8BDC-F039335C2C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" name="Freeform 18">
                <a:extLst>
                  <a:ext uri="{FF2B5EF4-FFF2-40B4-BE49-F238E27FC236}">
                    <a16:creationId xmlns:a16="http://schemas.microsoft.com/office/drawing/2014/main" id="{4156CB6F-DF65-4A51-A840-7A4177BDF6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7" name="Freeform 19">
                <a:extLst>
                  <a:ext uri="{FF2B5EF4-FFF2-40B4-BE49-F238E27FC236}">
                    <a16:creationId xmlns:a16="http://schemas.microsoft.com/office/drawing/2014/main" id="{9252974F-88C0-4CAA-A42D-E94E2B7A6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" name="Freeform 20">
                <a:extLst>
                  <a:ext uri="{FF2B5EF4-FFF2-40B4-BE49-F238E27FC236}">
                    <a16:creationId xmlns:a16="http://schemas.microsoft.com/office/drawing/2014/main" id="{DE3974B2-2875-4AFE-A30A-6EE823E579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" name="Rectangle 21">
                <a:extLst>
                  <a:ext uri="{FF2B5EF4-FFF2-40B4-BE49-F238E27FC236}">
                    <a16:creationId xmlns:a16="http://schemas.microsoft.com/office/drawing/2014/main" id="{948A52FE-E1B0-4297-BBBE-C860B4E3D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" name="Freeform 22">
                <a:extLst>
                  <a:ext uri="{FF2B5EF4-FFF2-40B4-BE49-F238E27FC236}">
                    <a16:creationId xmlns:a16="http://schemas.microsoft.com/office/drawing/2014/main" id="{C6E71B5D-6B02-417C-A0CF-4447C55F2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" name="Freeform 23">
                <a:extLst>
                  <a:ext uri="{FF2B5EF4-FFF2-40B4-BE49-F238E27FC236}">
                    <a16:creationId xmlns:a16="http://schemas.microsoft.com/office/drawing/2014/main" id="{0FB94710-B373-451B-84A2-947DDB4564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" name="Freeform 24">
                <a:extLst>
                  <a:ext uri="{FF2B5EF4-FFF2-40B4-BE49-F238E27FC236}">
                    <a16:creationId xmlns:a16="http://schemas.microsoft.com/office/drawing/2014/main" id="{4E47778B-FD55-4A2C-A53F-E548158C89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DA2A4F49-8FC4-4F12-8707-A6CC117E58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" name="Freeform 26">
                <a:extLst>
                  <a:ext uri="{FF2B5EF4-FFF2-40B4-BE49-F238E27FC236}">
                    <a16:creationId xmlns:a16="http://schemas.microsoft.com/office/drawing/2014/main" id="{2293D140-51FA-484D-8464-785D8FD3D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" name="Freeform 27">
                <a:extLst>
                  <a:ext uri="{FF2B5EF4-FFF2-40B4-BE49-F238E27FC236}">
                    <a16:creationId xmlns:a16="http://schemas.microsoft.com/office/drawing/2014/main" id="{AA66B21A-3C7F-426E-9C38-C0D6AEF13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" name="Freeform 28">
                <a:extLst>
                  <a:ext uri="{FF2B5EF4-FFF2-40B4-BE49-F238E27FC236}">
                    <a16:creationId xmlns:a16="http://schemas.microsoft.com/office/drawing/2014/main" id="{F22F8B0E-04B8-4D29-9E19-CACDAE6AB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" name="Freeform 29">
                <a:extLst>
                  <a:ext uri="{FF2B5EF4-FFF2-40B4-BE49-F238E27FC236}">
                    <a16:creationId xmlns:a16="http://schemas.microsoft.com/office/drawing/2014/main" id="{E0D8C2CC-1759-4605-B3C9-DA4B1EF250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8" name="Freeform 30">
                <a:extLst>
                  <a:ext uri="{FF2B5EF4-FFF2-40B4-BE49-F238E27FC236}">
                    <a16:creationId xmlns:a16="http://schemas.microsoft.com/office/drawing/2014/main" id="{547A4BC3-AA95-4A78-AC23-65A4CE843B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9" name="Freeform 31">
                <a:extLst>
                  <a:ext uri="{FF2B5EF4-FFF2-40B4-BE49-F238E27FC236}">
                    <a16:creationId xmlns:a16="http://schemas.microsoft.com/office/drawing/2014/main" id="{93059BC9-C7C3-41F9-8BBA-7BF49FF602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335FE01-8192-4D2A-93F8-2F680F728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3" name="Freeform 32">
                <a:extLst>
                  <a:ext uri="{FF2B5EF4-FFF2-40B4-BE49-F238E27FC236}">
                    <a16:creationId xmlns:a16="http://schemas.microsoft.com/office/drawing/2014/main" id="{A150A82A-9896-4D5B-BAA5-0A7ECD0789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Freeform 33">
                <a:extLst>
                  <a:ext uri="{FF2B5EF4-FFF2-40B4-BE49-F238E27FC236}">
                    <a16:creationId xmlns:a16="http://schemas.microsoft.com/office/drawing/2014/main" id="{82641EF7-9CDB-40BE-A964-13F866165C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Freeform 34">
                <a:extLst>
                  <a:ext uri="{FF2B5EF4-FFF2-40B4-BE49-F238E27FC236}">
                    <a16:creationId xmlns:a16="http://schemas.microsoft.com/office/drawing/2014/main" id="{A1D1CF16-B5BD-4021-9BA9-637569FC80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" name="Freeform 35">
                <a:extLst>
                  <a:ext uri="{FF2B5EF4-FFF2-40B4-BE49-F238E27FC236}">
                    <a16:creationId xmlns:a16="http://schemas.microsoft.com/office/drawing/2014/main" id="{FF13F72C-CC27-48A0-AC55-686AB9153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" name="Freeform 36">
                <a:extLst>
                  <a:ext uri="{FF2B5EF4-FFF2-40B4-BE49-F238E27FC236}">
                    <a16:creationId xmlns:a16="http://schemas.microsoft.com/office/drawing/2014/main" id="{0EC3BA8B-33ED-483D-935C-170AD0C4D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Freeform 37">
                <a:extLst>
                  <a:ext uri="{FF2B5EF4-FFF2-40B4-BE49-F238E27FC236}">
                    <a16:creationId xmlns:a16="http://schemas.microsoft.com/office/drawing/2014/main" id="{C4C451E6-48CE-4642-B51D-FE44840872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" name="Freeform 38">
                <a:extLst>
                  <a:ext uri="{FF2B5EF4-FFF2-40B4-BE49-F238E27FC236}">
                    <a16:creationId xmlns:a16="http://schemas.microsoft.com/office/drawing/2014/main" id="{0F88F098-E44C-4A45-AE2B-595A7B8527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Freeform 39">
                <a:extLst>
                  <a:ext uri="{FF2B5EF4-FFF2-40B4-BE49-F238E27FC236}">
                    <a16:creationId xmlns:a16="http://schemas.microsoft.com/office/drawing/2014/main" id="{5B782B5D-8B67-4CD5-A0B3-8067BBB328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" name="Freeform 40">
                <a:extLst>
                  <a:ext uri="{FF2B5EF4-FFF2-40B4-BE49-F238E27FC236}">
                    <a16:creationId xmlns:a16="http://schemas.microsoft.com/office/drawing/2014/main" id="{897A4906-0942-4CD6-840D-0915E0C4D0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" name="Rectangle 41">
                <a:extLst>
                  <a:ext uri="{FF2B5EF4-FFF2-40B4-BE49-F238E27FC236}">
                    <a16:creationId xmlns:a16="http://schemas.microsoft.com/office/drawing/2014/main" id="{D1131789-2DD5-462E-9FC9-E25021F5CF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6" y="0"/>
            <a:ext cx="1220483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54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5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7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2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3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5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6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7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8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9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0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1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2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5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6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7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8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9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0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018749" y="1093787"/>
            <a:ext cx="3059172" cy="4697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600" cap="all">
                <a:latin typeface="+mj-lt"/>
                <a:ea typeface="+mj-ea"/>
                <a:cs typeface="+mj-cs"/>
              </a:rPr>
              <a:t>Problema</a:t>
            </a:r>
          </a:p>
        </p:txBody>
      </p:sp>
      <p:sp useBgFill="1">
        <p:nvSpPr>
          <p:cNvPr id="82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3879" y="0"/>
            <a:ext cx="756494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208637" y="1148933"/>
            <a:ext cx="5830426" cy="4697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/>
              <a:t>Controle manual do </a:t>
            </a:r>
            <a:r>
              <a:rPr lang="en-US" dirty="0" err="1"/>
              <a:t>acervo</a:t>
            </a:r>
            <a:r>
              <a:rPr lang="en-US" dirty="0"/>
              <a:t>. 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 err="1"/>
              <a:t>Dificuldade</a:t>
            </a:r>
            <a:r>
              <a:rPr lang="en-US" dirty="0"/>
              <a:t> para </a:t>
            </a:r>
            <a:r>
              <a:rPr lang="en-US" dirty="0" err="1"/>
              <a:t>localizar</a:t>
            </a:r>
            <a:r>
              <a:rPr lang="en-US" dirty="0"/>
              <a:t> </a:t>
            </a:r>
            <a:r>
              <a:rPr lang="en-US" dirty="0" err="1"/>
              <a:t>livros</a:t>
            </a:r>
            <a:r>
              <a:rPr lang="en-US" dirty="0"/>
              <a:t>. 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 err="1"/>
              <a:t>Cadastro</a:t>
            </a:r>
            <a:r>
              <a:rPr lang="en-US" dirty="0"/>
              <a:t> </a:t>
            </a:r>
            <a:r>
              <a:rPr lang="en-US" dirty="0" err="1"/>
              <a:t>descentralizado</a:t>
            </a:r>
            <a:r>
              <a:rPr lang="en-US" dirty="0"/>
              <a:t>. 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 err="1"/>
              <a:t>Pouca</a:t>
            </a:r>
            <a:r>
              <a:rPr lang="en-US" dirty="0"/>
              <a:t> </a:t>
            </a:r>
            <a:r>
              <a:rPr lang="en-US" dirty="0" err="1"/>
              <a:t>interação</a:t>
            </a:r>
            <a:r>
              <a:rPr lang="en-US" dirty="0"/>
              <a:t> com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usuários</a:t>
            </a:r>
            <a:r>
              <a:rPr lang="en-US" dirty="0"/>
              <a:t>. 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/>
              <a:t>Na </a:t>
            </a:r>
            <a:r>
              <a:rPr lang="en-US" dirty="0" err="1"/>
              <a:t>parte</a:t>
            </a:r>
            <a:r>
              <a:rPr lang="en-US" dirty="0"/>
              <a:t> inferior: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b="1" dirty="0" err="1"/>
              <a:t>Objetivo</a:t>
            </a:r>
            <a:endParaRPr lang="en-US" dirty="0"/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 err="1"/>
              <a:t>Desenvolver</a:t>
            </a:r>
            <a:r>
              <a:rPr lang="en-US" dirty="0"/>
              <a:t> um </a:t>
            </a:r>
            <a:r>
              <a:rPr lang="en-US" dirty="0" err="1"/>
              <a:t>sistema</a:t>
            </a:r>
            <a:r>
              <a:rPr lang="en-US" dirty="0"/>
              <a:t> web para </a:t>
            </a:r>
            <a:r>
              <a:rPr lang="en-US" dirty="0" err="1"/>
              <a:t>gerenciamento</a:t>
            </a:r>
            <a:r>
              <a:rPr lang="en-US" dirty="0"/>
              <a:t> de </a:t>
            </a:r>
            <a:r>
              <a:rPr lang="en-US" dirty="0" err="1"/>
              <a:t>biblioteca</a:t>
            </a:r>
            <a:r>
              <a:rPr lang="en-US" dirty="0"/>
              <a:t>.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  <a:defRPr sz="2000"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9FBB3149-8289-4060-BB01-ED3047C53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88827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BAEF7DA-43C4-4736-B5A3-B48E6125A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4" y="0"/>
            <a:ext cx="12050749" cy="6858001"/>
            <a:chOff x="-14288" y="0"/>
            <a:chExt cx="12053888" cy="685800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909436B-313B-4D27-BD55-E8303EF45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3" name="Rectangle 5">
                <a:extLst>
                  <a:ext uri="{FF2B5EF4-FFF2-40B4-BE49-F238E27FC236}">
                    <a16:creationId xmlns:a16="http://schemas.microsoft.com/office/drawing/2014/main" id="{758BC0E2-32D9-41ED-907C-DA3C4A698E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" name="Freeform 6">
                <a:extLst>
                  <a:ext uri="{FF2B5EF4-FFF2-40B4-BE49-F238E27FC236}">
                    <a16:creationId xmlns:a16="http://schemas.microsoft.com/office/drawing/2014/main" id="{41E486E5-1757-4896-A762-4D0BE33091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" name="Freeform 7">
                <a:extLst>
                  <a:ext uri="{FF2B5EF4-FFF2-40B4-BE49-F238E27FC236}">
                    <a16:creationId xmlns:a16="http://schemas.microsoft.com/office/drawing/2014/main" id="{5812B4BD-11B4-43E6-B3D0-1F424A9FD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" name="Freeform 8">
                <a:extLst>
                  <a:ext uri="{FF2B5EF4-FFF2-40B4-BE49-F238E27FC236}">
                    <a16:creationId xmlns:a16="http://schemas.microsoft.com/office/drawing/2014/main" id="{6A0E1D38-C2A3-42C9-920D-F40319CE16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" name="Freeform 9">
                <a:extLst>
                  <a:ext uri="{FF2B5EF4-FFF2-40B4-BE49-F238E27FC236}">
                    <a16:creationId xmlns:a16="http://schemas.microsoft.com/office/drawing/2014/main" id="{3FAF6AF3-9B01-4BEB-BB6B-08B348511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53F7FADA-61E9-4AAB-BED8-D6FD1BB545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9" name="Freeform 11">
                <a:extLst>
                  <a:ext uri="{FF2B5EF4-FFF2-40B4-BE49-F238E27FC236}">
                    <a16:creationId xmlns:a16="http://schemas.microsoft.com/office/drawing/2014/main" id="{46419F9F-3EEC-45FF-98BB-4F20D5347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" name="Freeform 12">
                <a:extLst>
                  <a:ext uri="{FF2B5EF4-FFF2-40B4-BE49-F238E27FC236}">
                    <a16:creationId xmlns:a16="http://schemas.microsoft.com/office/drawing/2014/main" id="{1E081BCD-31AF-4E94-966D-497357D221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1" name="Freeform 13">
                <a:extLst>
                  <a:ext uri="{FF2B5EF4-FFF2-40B4-BE49-F238E27FC236}">
                    <a16:creationId xmlns:a16="http://schemas.microsoft.com/office/drawing/2014/main" id="{5082EAA7-B95F-462F-8307-2C9EC1C35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" name="Freeform 14">
                <a:extLst>
                  <a:ext uri="{FF2B5EF4-FFF2-40B4-BE49-F238E27FC236}">
                    <a16:creationId xmlns:a16="http://schemas.microsoft.com/office/drawing/2014/main" id="{E9A57125-4B73-448E-B7B7-94380A928D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3" name="Freeform 15">
                <a:extLst>
                  <a:ext uri="{FF2B5EF4-FFF2-40B4-BE49-F238E27FC236}">
                    <a16:creationId xmlns:a16="http://schemas.microsoft.com/office/drawing/2014/main" id="{7290E834-81F0-42A1-B66B-33D4580573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4" name="Line 16">
                <a:extLst>
                  <a:ext uri="{FF2B5EF4-FFF2-40B4-BE49-F238E27FC236}">
                    <a16:creationId xmlns:a16="http://schemas.microsoft.com/office/drawing/2014/main" id="{C9FA5563-6ED2-4EAC-A8ED-DF71850ACD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5" name="Freeform 17">
                <a:extLst>
                  <a:ext uri="{FF2B5EF4-FFF2-40B4-BE49-F238E27FC236}">
                    <a16:creationId xmlns:a16="http://schemas.microsoft.com/office/drawing/2014/main" id="{50479572-5CA3-41F4-8BDC-F039335C2C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" name="Freeform 18">
                <a:extLst>
                  <a:ext uri="{FF2B5EF4-FFF2-40B4-BE49-F238E27FC236}">
                    <a16:creationId xmlns:a16="http://schemas.microsoft.com/office/drawing/2014/main" id="{4156CB6F-DF65-4A51-A840-7A4177BDF6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7" name="Freeform 19">
                <a:extLst>
                  <a:ext uri="{FF2B5EF4-FFF2-40B4-BE49-F238E27FC236}">
                    <a16:creationId xmlns:a16="http://schemas.microsoft.com/office/drawing/2014/main" id="{9252974F-88C0-4CAA-A42D-E94E2B7A6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" name="Freeform 20">
                <a:extLst>
                  <a:ext uri="{FF2B5EF4-FFF2-40B4-BE49-F238E27FC236}">
                    <a16:creationId xmlns:a16="http://schemas.microsoft.com/office/drawing/2014/main" id="{DE3974B2-2875-4AFE-A30A-6EE823E579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" name="Rectangle 21">
                <a:extLst>
                  <a:ext uri="{FF2B5EF4-FFF2-40B4-BE49-F238E27FC236}">
                    <a16:creationId xmlns:a16="http://schemas.microsoft.com/office/drawing/2014/main" id="{948A52FE-E1B0-4297-BBBE-C860B4E3D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" name="Freeform 22">
                <a:extLst>
                  <a:ext uri="{FF2B5EF4-FFF2-40B4-BE49-F238E27FC236}">
                    <a16:creationId xmlns:a16="http://schemas.microsoft.com/office/drawing/2014/main" id="{C6E71B5D-6B02-417C-A0CF-4447C55F2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" name="Freeform 23">
                <a:extLst>
                  <a:ext uri="{FF2B5EF4-FFF2-40B4-BE49-F238E27FC236}">
                    <a16:creationId xmlns:a16="http://schemas.microsoft.com/office/drawing/2014/main" id="{0FB94710-B373-451B-84A2-947DDB4564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" name="Freeform 24">
                <a:extLst>
                  <a:ext uri="{FF2B5EF4-FFF2-40B4-BE49-F238E27FC236}">
                    <a16:creationId xmlns:a16="http://schemas.microsoft.com/office/drawing/2014/main" id="{4E47778B-FD55-4A2C-A53F-E548158C89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DA2A4F49-8FC4-4F12-8707-A6CC117E58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" name="Freeform 26">
                <a:extLst>
                  <a:ext uri="{FF2B5EF4-FFF2-40B4-BE49-F238E27FC236}">
                    <a16:creationId xmlns:a16="http://schemas.microsoft.com/office/drawing/2014/main" id="{2293D140-51FA-484D-8464-785D8FD3D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" name="Freeform 27">
                <a:extLst>
                  <a:ext uri="{FF2B5EF4-FFF2-40B4-BE49-F238E27FC236}">
                    <a16:creationId xmlns:a16="http://schemas.microsoft.com/office/drawing/2014/main" id="{AA66B21A-3C7F-426E-9C38-C0D6AEF13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" name="Freeform 28">
                <a:extLst>
                  <a:ext uri="{FF2B5EF4-FFF2-40B4-BE49-F238E27FC236}">
                    <a16:creationId xmlns:a16="http://schemas.microsoft.com/office/drawing/2014/main" id="{F22F8B0E-04B8-4D29-9E19-CACDAE6AB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" name="Freeform 29">
                <a:extLst>
                  <a:ext uri="{FF2B5EF4-FFF2-40B4-BE49-F238E27FC236}">
                    <a16:creationId xmlns:a16="http://schemas.microsoft.com/office/drawing/2014/main" id="{E0D8C2CC-1759-4605-B3C9-DA4B1EF250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8" name="Freeform 30">
                <a:extLst>
                  <a:ext uri="{FF2B5EF4-FFF2-40B4-BE49-F238E27FC236}">
                    <a16:creationId xmlns:a16="http://schemas.microsoft.com/office/drawing/2014/main" id="{547A4BC3-AA95-4A78-AC23-65A4CE843B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9" name="Freeform 31">
                <a:extLst>
                  <a:ext uri="{FF2B5EF4-FFF2-40B4-BE49-F238E27FC236}">
                    <a16:creationId xmlns:a16="http://schemas.microsoft.com/office/drawing/2014/main" id="{93059BC9-C7C3-41F9-8BBA-7BF49FF602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335FE01-8192-4D2A-93F8-2F680F728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3" name="Freeform 32">
                <a:extLst>
                  <a:ext uri="{FF2B5EF4-FFF2-40B4-BE49-F238E27FC236}">
                    <a16:creationId xmlns:a16="http://schemas.microsoft.com/office/drawing/2014/main" id="{A150A82A-9896-4D5B-BAA5-0A7ECD0789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Freeform 33">
                <a:extLst>
                  <a:ext uri="{FF2B5EF4-FFF2-40B4-BE49-F238E27FC236}">
                    <a16:creationId xmlns:a16="http://schemas.microsoft.com/office/drawing/2014/main" id="{82641EF7-9CDB-40BE-A964-13F866165C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Freeform 34">
                <a:extLst>
                  <a:ext uri="{FF2B5EF4-FFF2-40B4-BE49-F238E27FC236}">
                    <a16:creationId xmlns:a16="http://schemas.microsoft.com/office/drawing/2014/main" id="{A1D1CF16-B5BD-4021-9BA9-637569FC80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" name="Freeform 35">
                <a:extLst>
                  <a:ext uri="{FF2B5EF4-FFF2-40B4-BE49-F238E27FC236}">
                    <a16:creationId xmlns:a16="http://schemas.microsoft.com/office/drawing/2014/main" id="{FF13F72C-CC27-48A0-AC55-686AB9153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" name="Freeform 36">
                <a:extLst>
                  <a:ext uri="{FF2B5EF4-FFF2-40B4-BE49-F238E27FC236}">
                    <a16:creationId xmlns:a16="http://schemas.microsoft.com/office/drawing/2014/main" id="{0EC3BA8B-33ED-483D-935C-170AD0C4D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Freeform 37">
                <a:extLst>
                  <a:ext uri="{FF2B5EF4-FFF2-40B4-BE49-F238E27FC236}">
                    <a16:creationId xmlns:a16="http://schemas.microsoft.com/office/drawing/2014/main" id="{C4C451E6-48CE-4642-B51D-FE44840872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" name="Freeform 38">
                <a:extLst>
                  <a:ext uri="{FF2B5EF4-FFF2-40B4-BE49-F238E27FC236}">
                    <a16:creationId xmlns:a16="http://schemas.microsoft.com/office/drawing/2014/main" id="{0F88F098-E44C-4A45-AE2B-595A7B8527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Freeform 39">
                <a:extLst>
                  <a:ext uri="{FF2B5EF4-FFF2-40B4-BE49-F238E27FC236}">
                    <a16:creationId xmlns:a16="http://schemas.microsoft.com/office/drawing/2014/main" id="{5B782B5D-8B67-4CD5-A0B3-8067BBB328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" name="Freeform 40">
                <a:extLst>
                  <a:ext uri="{FF2B5EF4-FFF2-40B4-BE49-F238E27FC236}">
                    <a16:creationId xmlns:a16="http://schemas.microsoft.com/office/drawing/2014/main" id="{897A4906-0942-4CD6-840D-0915E0C4D0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" name="Rectangle 41">
                <a:extLst>
                  <a:ext uri="{FF2B5EF4-FFF2-40B4-BE49-F238E27FC236}">
                    <a16:creationId xmlns:a16="http://schemas.microsoft.com/office/drawing/2014/main" id="{D1131789-2DD5-462E-9FC9-E25021F5CF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6" y="0"/>
            <a:ext cx="1220483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54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5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7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2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3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5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6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7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8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9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0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1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2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5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6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7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8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9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0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93556" y="658813"/>
            <a:ext cx="3847954" cy="4697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600" cap="all" dirty="0" err="1">
                <a:latin typeface="+mj-lt"/>
                <a:ea typeface="+mj-ea"/>
                <a:cs typeface="+mj-cs"/>
              </a:rPr>
              <a:t>Solução</a:t>
            </a:r>
            <a:r>
              <a:rPr lang="en-US" sz="3600" cap="all" dirty="0">
                <a:latin typeface="+mj-lt"/>
                <a:ea typeface="+mj-ea"/>
                <a:cs typeface="+mj-cs"/>
              </a:rPr>
              <a:t> </a:t>
            </a:r>
            <a:r>
              <a:rPr lang="en-US" sz="3600" cap="all" dirty="0" err="1">
                <a:latin typeface="+mj-lt"/>
                <a:ea typeface="+mj-ea"/>
                <a:cs typeface="+mj-cs"/>
              </a:rPr>
              <a:t>Computacional</a:t>
            </a:r>
            <a:endParaRPr lang="en-US" sz="3600" cap="all" dirty="0">
              <a:latin typeface="+mj-lt"/>
              <a:ea typeface="+mj-ea"/>
              <a:cs typeface="+mj-cs"/>
            </a:endParaRPr>
          </a:p>
        </p:txBody>
      </p:sp>
      <p:sp useBgFill="1">
        <p:nvSpPr>
          <p:cNvPr id="82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3879" y="0"/>
            <a:ext cx="756494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214108" y="1093788"/>
            <a:ext cx="6343056" cy="4697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120000"/>
              </a:lnSpc>
              <a:spcAft>
                <a:spcPts val="600"/>
              </a:spcAft>
              <a:buSzPct val="125000"/>
              <a:defRPr sz="2000"/>
            </a:pPr>
            <a:r>
              <a:rPr lang="en-US" dirty="0"/>
              <a:t>Sistema web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pt-BR" dirty="0"/>
              <a:t>Python, Django, </a:t>
            </a:r>
            <a:r>
              <a:rPr lang="pt-BR" dirty="0" err="1"/>
              <a:t>SQLite</a:t>
            </a:r>
            <a:r>
              <a:rPr lang="pt-BR" dirty="0"/>
              <a:t>, HTML, CSS</a:t>
            </a:r>
            <a:endParaRPr lang="en-US" b="1" dirty="0"/>
          </a:p>
          <a:p>
            <a:pPr defTabSz="914400">
              <a:lnSpc>
                <a:spcPct val="120000"/>
              </a:lnSpc>
              <a:spcAft>
                <a:spcPts val="600"/>
              </a:spcAft>
              <a:buSzPct val="125000"/>
            </a:pPr>
            <a:br>
              <a:rPr lang="en-US" dirty="0"/>
            </a:br>
            <a:r>
              <a:rPr lang="en-US" dirty="0"/>
              <a:t>✔ Login</a:t>
            </a:r>
          </a:p>
          <a:p>
            <a:pPr defTabSz="914400">
              <a:lnSpc>
                <a:spcPct val="120000"/>
              </a:lnSpc>
              <a:spcAft>
                <a:spcPts val="600"/>
              </a:spcAft>
              <a:buSzPct val="125000"/>
            </a:pPr>
            <a:r>
              <a:rPr lang="en-US" dirty="0"/>
              <a:t>✔ CRUD de </a:t>
            </a:r>
            <a:r>
              <a:rPr lang="en-US" dirty="0" err="1"/>
              <a:t>Livros</a:t>
            </a:r>
            <a:endParaRPr lang="en-US" dirty="0"/>
          </a:p>
          <a:p>
            <a:pPr defTabSz="914400">
              <a:lnSpc>
                <a:spcPct val="120000"/>
              </a:lnSpc>
              <a:spcAft>
                <a:spcPts val="600"/>
              </a:spcAft>
              <a:buSzPct val="125000"/>
            </a:pPr>
            <a:r>
              <a:rPr lang="en-US" dirty="0"/>
              <a:t>✔ CRUD de Autores</a:t>
            </a:r>
          </a:p>
          <a:p>
            <a:pPr defTabSz="914400">
              <a:lnSpc>
                <a:spcPct val="120000"/>
              </a:lnSpc>
              <a:spcAft>
                <a:spcPts val="600"/>
              </a:spcAft>
              <a:buSzPct val="125000"/>
            </a:pPr>
            <a:r>
              <a:rPr lang="en-US" dirty="0"/>
              <a:t>✔ Consulta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Acervo</a:t>
            </a:r>
            <a:endParaRPr lang="en-US" dirty="0"/>
          </a:p>
          <a:p>
            <a:pPr defTabSz="914400">
              <a:lnSpc>
                <a:spcPct val="120000"/>
              </a:lnSpc>
              <a:spcAft>
                <a:spcPts val="600"/>
              </a:spcAft>
              <a:buSzPct val="125000"/>
            </a:pPr>
            <a:r>
              <a:rPr lang="en-US" dirty="0"/>
              <a:t>✔ </a:t>
            </a:r>
            <a:r>
              <a:rPr lang="en-US" dirty="0" err="1"/>
              <a:t>Formulário</a:t>
            </a:r>
            <a:r>
              <a:rPr lang="en-US" dirty="0"/>
              <a:t> de </a:t>
            </a:r>
            <a:r>
              <a:rPr lang="en-US" dirty="0" err="1"/>
              <a:t>Contato</a:t>
            </a:r>
            <a:endParaRPr lang="en-US" dirty="0"/>
          </a:p>
          <a:p>
            <a:pPr defTabSz="914400">
              <a:lnSpc>
                <a:spcPct val="120000"/>
              </a:lnSpc>
              <a:spcAft>
                <a:spcPts val="600"/>
              </a:spcAft>
              <a:buSzPct val="125000"/>
            </a:pPr>
            <a:r>
              <a:rPr lang="en-US" dirty="0"/>
              <a:t>✔ </a:t>
            </a:r>
            <a:r>
              <a:rPr lang="en-US" dirty="0" err="1"/>
              <a:t>Painel</a:t>
            </a:r>
            <a:r>
              <a:rPr lang="en-US" dirty="0"/>
              <a:t> </a:t>
            </a:r>
            <a:r>
              <a:rPr lang="en-US" dirty="0" err="1"/>
              <a:t>Administrativo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9FBB3149-8289-4060-BB01-ED3047C53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88827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BAEF7DA-43C4-4736-B5A3-B48E6125A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4" y="0"/>
            <a:ext cx="12050749" cy="6858001"/>
            <a:chOff x="-14288" y="0"/>
            <a:chExt cx="12053888" cy="68580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909436B-313B-4D27-BD55-E8303EF45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4" name="Rectangle 5">
                <a:extLst>
                  <a:ext uri="{FF2B5EF4-FFF2-40B4-BE49-F238E27FC236}">
                    <a16:creationId xmlns:a16="http://schemas.microsoft.com/office/drawing/2014/main" id="{758BC0E2-32D9-41ED-907C-DA3C4A698E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41E486E5-1757-4896-A762-4D0BE33091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5812B4BD-11B4-43E6-B3D0-1F424A9FD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6A0E1D38-C2A3-42C9-920D-F40319CE16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3FAF6AF3-9B01-4BEB-BB6B-08B348511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53F7FADA-61E9-4AAB-BED8-D6FD1BB545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46419F9F-3EEC-45FF-98BB-4F20D5347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1E081BCD-31AF-4E94-966D-497357D221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5082EAA7-B95F-462F-8307-2C9EC1C35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E9A57125-4B73-448E-B7B7-94380A928D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7290E834-81F0-42A1-B66B-33D4580573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C9FA5563-6ED2-4EAC-A8ED-DF71850ACD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50479572-5CA3-41F4-8BDC-F039335C2C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4156CB6F-DF65-4A51-A840-7A4177BDF6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9252974F-88C0-4CAA-A42D-E94E2B7A6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id="{DE3974B2-2875-4AFE-A30A-6EE823E579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948A52FE-E1B0-4297-BBBE-C860B4E3D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id="{C6E71B5D-6B02-417C-A0CF-4447C55F2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0FB94710-B373-451B-84A2-947DDB4564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id="{4E47778B-FD55-4A2C-A53F-E548158C89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DA2A4F49-8FC4-4F12-8707-A6CC117E58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2293D140-51FA-484D-8464-785D8FD3D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AA66B21A-3C7F-426E-9C38-C0D6AEF13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F22F8B0E-04B8-4D29-9E19-CACDAE6AB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E0D8C2CC-1759-4605-B3C9-DA4B1EF250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547A4BC3-AA95-4A78-AC23-65A4CE843B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93059BC9-C7C3-41F9-8BBA-7BF49FF602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335FE01-8192-4D2A-93F8-2F680F728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" name="Freeform 32">
                <a:extLst>
                  <a:ext uri="{FF2B5EF4-FFF2-40B4-BE49-F238E27FC236}">
                    <a16:creationId xmlns:a16="http://schemas.microsoft.com/office/drawing/2014/main" id="{A150A82A-9896-4D5B-BAA5-0A7ECD0789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Freeform 33">
                <a:extLst>
                  <a:ext uri="{FF2B5EF4-FFF2-40B4-BE49-F238E27FC236}">
                    <a16:creationId xmlns:a16="http://schemas.microsoft.com/office/drawing/2014/main" id="{82641EF7-9CDB-40BE-A964-13F866165C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" name="Freeform 34">
                <a:extLst>
                  <a:ext uri="{FF2B5EF4-FFF2-40B4-BE49-F238E27FC236}">
                    <a16:creationId xmlns:a16="http://schemas.microsoft.com/office/drawing/2014/main" id="{A1D1CF16-B5BD-4021-9BA9-637569FC80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" name="Freeform 35">
                <a:extLst>
                  <a:ext uri="{FF2B5EF4-FFF2-40B4-BE49-F238E27FC236}">
                    <a16:creationId xmlns:a16="http://schemas.microsoft.com/office/drawing/2014/main" id="{FF13F72C-CC27-48A0-AC55-686AB9153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id="{0EC3BA8B-33ED-483D-935C-170AD0C4D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C4C451E6-48CE-4642-B51D-FE44840872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Freeform 38">
                <a:extLst>
                  <a:ext uri="{FF2B5EF4-FFF2-40B4-BE49-F238E27FC236}">
                    <a16:creationId xmlns:a16="http://schemas.microsoft.com/office/drawing/2014/main" id="{0F88F098-E44C-4A45-AE2B-595A7B8527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" name="Freeform 39">
                <a:extLst>
                  <a:ext uri="{FF2B5EF4-FFF2-40B4-BE49-F238E27FC236}">
                    <a16:creationId xmlns:a16="http://schemas.microsoft.com/office/drawing/2014/main" id="{5B782B5D-8B67-4CD5-A0B3-8067BBB328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" name="Freeform 40">
                <a:extLst>
                  <a:ext uri="{FF2B5EF4-FFF2-40B4-BE49-F238E27FC236}">
                    <a16:creationId xmlns:a16="http://schemas.microsoft.com/office/drawing/2014/main" id="{897A4906-0942-4CD6-840D-0915E0C4D0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3" name="Rectangle 41">
                <a:extLst>
                  <a:ext uri="{FF2B5EF4-FFF2-40B4-BE49-F238E27FC236}">
                    <a16:creationId xmlns:a16="http://schemas.microsoft.com/office/drawing/2014/main" id="{D1131789-2DD5-462E-9FC9-E25021F5CF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6" y="0"/>
            <a:ext cx="1220483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55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5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6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1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5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6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7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8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9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0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1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018749" y="1093787"/>
            <a:ext cx="3059172" cy="4697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cap="all">
                <a:latin typeface="+mj-lt"/>
                <a:ea typeface="+mj-ea"/>
                <a:cs typeface="+mj-cs"/>
              </a:rPr>
              <a:t>Modelo ER</a:t>
            </a:r>
          </a:p>
        </p:txBody>
      </p:sp>
      <p:sp useBgFill="1">
        <p:nvSpPr>
          <p:cNvPr id="83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3879" y="0"/>
            <a:ext cx="756494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5032519-BB98-7E6D-583D-E2E5CE96C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648" y="931694"/>
            <a:ext cx="7273861" cy="48189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9FBB3149-8289-4060-BB01-ED3047C53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88827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BAEF7DA-43C4-4736-B5A3-B48E6125A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4" y="0"/>
            <a:ext cx="12050749" cy="6858001"/>
            <a:chOff x="-14288" y="0"/>
            <a:chExt cx="12053888" cy="68580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909436B-313B-4D27-BD55-E8303EF45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4" name="Rectangle 5">
                <a:extLst>
                  <a:ext uri="{FF2B5EF4-FFF2-40B4-BE49-F238E27FC236}">
                    <a16:creationId xmlns:a16="http://schemas.microsoft.com/office/drawing/2014/main" id="{758BC0E2-32D9-41ED-907C-DA3C4A698E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" name="Freeform 6">
                <a:extLst>
                  <a:ext uri="{FF2B5EF4-FFF2-40B4-BE49-F238E27FC236}">
                    <a16:creationId xmlns:a16="http://schemas.microsoft.com/office/drawing/2014/main" id="{41E486E5-1757-4896-A762-4D0BE33091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5812B4BD-11B4-43E6-B3D0-1F424A9FD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6A0E1D38-C2A3-42C9-920D-F40319CE16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3FAF6AF3-9B01-4BEB-BB6B-08B348511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53F7FADA-61E9-4AAB-BED8-D6FD1BB545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46419F9F-3EEC-45FF-98BB-4F20D5347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1E081BCD-31AF-4E94-966D-497357D221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5082EAA7-B95F-462F-8307-2C9EC1C35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E9A57125-4B73-448E-B7B7-94380A928D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7290E834-81F0-42A1-B66B-33D4580573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C9FA5563-6ED2-4EAC-A8ED-DF71850ACD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50479572-5CA3-41F4-8BDC-F039335C2C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4156CB6F-DF65-4A51-A840-7A4177BDF6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9252974F-88C0-4CAA-A42D-E94E2B7A6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id="{DE3974B2-2875-4AFE-A30A-6EE823E579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948A52FE-E1B0-4297-BBBE-C860B4E3D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id="{C6E71B5D-6B02-417C-A0CF-4447C55F2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0FB94710-B373-451B-84A2-947DDB4564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id="{4E47778B-FD55-4A2C-A53F-E548158C89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DA2A4F49-8FC4-4F12-8707-A6CC117E58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2293D140-51FA-484D-8464-785D8FD3D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AA66B21A-3C7F-426E-9C38-C0D6AEF13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F22F8B0E-04B8-4D29-9E19-CACDAE6AB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E0D8C2CC-1759-4605-B3C9-DA4B1EF250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547A4BC3-AA95-4A78-AC23-65A4CE843B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93059BC9-C7C3-41F9-8BBA-7BF49FF602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335FE01-8192-4D2A-93F8-2F680F728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" name="Freeform 32">
                <a:extLst>
                  <a:ext uri="{FF2B5EF4-FFF2-40B4-BE49-F238E27FC236}">
                    <a16:creationId xmlns:a16="http://schemas.microsoft.com/office/drawing/2014/main" id="{A150A82A-9896-4D5B-BAA5-0A7ECD0789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Freeform 33">
                <a:extLst>
                  <a:ext uri="{FF2B5EF4-FFF2-40B4-BE49-F238E27FC236}">
                    <a16:creationId xmlns:a16="http://schemas.microsoft.com/office/drawing/2014/main" id="{82641EF7-9CDB-40BE-A964-13F866165C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" name="Freeform 34">
                <a:extLst>
                  <a:ext uri="{FF2B5EF4-FFF2-40B4-BE49-F238E27FC236}">
                    <a16:creationId xmlns:a16="http://schemas.microsoft.com/office/drawing/2014/main" id="{A1D1CF16-B5BD-4021-9BA9-637569FC80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" name="Freeform 35">
                <a:extLst>
                  <a:ext uri="{FF2B5EF4-FFF2-40B4-BE49-F238E27FC236}">
                    <a16:creationId xmlns:a16="http://schemas.microsoft.com/office/drawing/2014/main" id="{FF13F72C-CC27-48A0-AC55-686AB9153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id="{0EC3BA8B-33ED-483D-935C-170AD0C4D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C4C451E6-48CE-4642-B51D-FE44840872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Freeform 38">
                <a:extLst>
                  <a:ext uri="{FF2B5EF4-FFF2-40B4-BE49-F238E27FC236}">
                    <a16:creationId xmlns:a16="http://schemas.microsoft.com/office/drawing/2014/main" id="{0F88F098-E44C-4A45-AE2B-595A7B8527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" name="Freeform 39">
                <a:extLst>
                  <a:ext uri="{FF2B5EF4-FFF2-40B4-BE49-F238E27FC236}">
                    <a16:creationId xmlns:a16="http://schemas.microsoft.com/office/drawing/2014/main" id="{5B782B5D-8B67-4CD5-A0B3-8067BBB328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" name="Freeform 40">
                <a:extLst>
                  <a:ext uri="{FF2B5EF4-FFF2-40B4-BE49-F238E27FC236}">
                    <a16:creationId xmlns:a16="http://schemas.microsoft.com/office/drawing/2014/main" id="{897A4906-0942-4CD6-840D-0915E0C4D0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3" name="Rectangle 41">
                <a:extLst>
                  <a:ext uri="{FF2B5EF4-FFF2-40B4-BE49-F238E27FC236}">
                    <a16:creationId xmlns:a16="http://schemas.microsoft.com/office/drawing/2014/main" id="{D1131789-2DD5-462E-9FC9-E25021F5CF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6" y="0"/>
            <a:ext cx="1220483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55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5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6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1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5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6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7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8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9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0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1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018749" y="1093787"/>
            <a:ext cx="3059172" cy="4697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cap="all" dirty="0" err="1">
                <a:latin typeface="+mj-lt"/>
                <a:ea typeface="+mj-ea"/>
                <a:cs typeface="+mj-cs"/>
              </a:rPr>
              <a:t>Diagrama</a:t>
            </a:r>
            <a:r>
              <a:rPr lang="en-US" sz="3600" cap="all" dirty="0">
                <a:latin typeface="+mj-lt"/>
                <a:ea typeface="+mj-ea"/>
                <a:cs typeface="+mj-cs"/>
              </a:rPr>
              <a:t> de Caso de Uso</a:t>
            </a:r>
          </a:p>
        </p:txBody>
      </p:sp>
      <p:sp useBgFill="1">
        <p:nvSpPr>
          <p:cNvPr id="83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3879" y="0"/>
            <a:ext cx="756494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84C9BFB-636C-7429-3CB4-5E816F98E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773" y="719932"/>
            <a:ext cx="7120318" cy="51069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FC02B45-A92C-F2D0-699F-DB00A444A92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1" y="0"/>
            <a:ext cx="12188824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2DC8340-41DE-8C95-FF39-F454853B3E0E}"/>
              </a:ext>
            </a:extLst>
          </p:cNvPr>
          <p:cNvSpPr txBox="1"/>
          <p:nvPr/>
        </p:nvSpPr>
        <p:spPr>
          <a:xfrm>
            <a:off x="1940353" y="4080730"/>
            <a:ext cx="610496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>
                <a:solidFill>
                  <a:schemeClr val="bg1"/>
                </a:solidFill>
              </a:rPr>
              <a:t>Funcionalidades que serão demonstradas:</a:t>
            </a:r>
            <a:br>
              <a:rPr lang="pt-BR" b="1" dirty="0">
                <a:solidFill>
                  <a:schemeClr val="bg1"/>
                </a:solidFill>
              </a:rPr>
            </a:br>
            <a:endParaRPr lang="pt-BR" b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pt-BR" sz="1400" dirty="0">
                <a:solidFill>
                  <a:schemeClr val="bg1"/>
                </a:solidFill>
              </a:rPr>
              <a:t>✔</a:t>
            </a:r>
            <a:r>
              <a:rPr lang="pt-BR" dirty="0">
                <a:solidFill>
                  <a:schemeClr val="bg1"/>
                </a:solidFill>
              </a:rPr>
              <a:t> Interface principal</a:t>
            </a:r>
          </a:p>
          <a:p>
            <a:r>
              <a:rPr lang="pt-BR" sz="1400" dirty="0">
                <a:solidFill>
                  <a:schemeClr val="bg1"/>
                </a:solidFill>
              </a:rPr>
              <a:t>✔</a:t>
            </a:r>
            <a:r>
              <a:rPr lang="pt-BR" dirty="0">
                <a:solidFill>
                  <a:schemeClr val="bg1"/>
                </a:solidFill>
              </a:rPr>
              <a:t> CRUD de livros e autores</a:t>
            </a:r>
          </a:p>
          <a:p>
            <a:pPr>
              <a:buNone/>
            </a:pPr>
            <a:r>
              <a:rPr lang="pt-BR" sz="1400" dirty="0">
                <a:solidFill>
                  <a:schemeClr val="bg1"/>
                </a:solidFill>
              </a:rPr>
              <a:t>✔</a:t>
            </a:r>
            <a:r>
              <a:rPr lang="pt-BR" dirty="0">
                <a:solidFill>
                  <a:schemeClr val="bg1"/>
                </a:solidFill>
              </a:rPr>
              <a:t> Consulta ao acervo</a:t>
            </a:r>
          </a:p>
          <a:p>
            <a:pPr>
              <a:buNone/>
            </a:pPr>
            <a:r>
              <a:rPr lang="pt-BR" sz="1400" dirty="0">
                <a:solidFill>
                  <a:schemeClr val="bg1"/>
                </a:solidFill>
              </a:rPr>
              <a:t>✔</a:t>
            </a:r>
            <a:r>
              <a:rPr lang="pt-BR" dirty="0">
                <a:solidFill>
                  <a:schemeClr val="bg1"/>
                </a:solidFill>
              </a:rPr>
              <a:t> Formulário de contato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4C0D74C-95F6-E38D-9824-520EEBFB7372}"/>
              </a:ext>
            </a:extLst>
          </p:cNvPr>
          <p:cNvSpPr txBox="1"/>
          <p:nvPr/>
        </p:nvSpPr>
        <p:spPr>
          <a:xfrm>
            <a:off x="234534" y="520327"/>
            <a:ext cx="113485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>
                <a:solidFill>
                  <a:schemeClr val="bg1"/>
                </a:solidFill>
              </a:rPr>
              <a:t>Demonstração do Sistema</a:t>
            </a:r>
          </a:p>
        </p:txBody>
      </p:sp>
    </p:spTree>
    <p:extLst>
      <p:ext uri="{BB962C8B-B14F-4D97-AF65-F5344CB8AC3E}">
        <p14:creationId xmlns:p14="http://schemas.microsoft.com/office/powerpoint/2010/main" val="1885685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9FBB3149-8289-4060-BB01-ED3047C53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88827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BAEF7DA-43C4-4736-B5A3-B48E6125A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4" y="0"/>
            <a:ext cx="12050749" cy="6858001"/>
            <a:chOff x="-14288" y="0"/>
            <a:chExt cx="12053888" cy="685800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909436B-313B-4D27-BD55-E8303EF45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3" name="Rectangle 5">
                <a:extLst>
                  <a:ext uri="{FF2B5EF4-FFF2-40B4-BE49-F238E27FC236}">
                    <a16:creationId xmlns:a16="http://schemas.microsoft.com/office/drawing/2014/main" id="{758BC0E2-32D9-41ED-907C-DA3C4A698E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" name="Freeform 6">
                <a:extLst>
                  <a:ext uri="{FF2B5EF4-FFF2-40B4-BE49-F238E27FC236}">
                    <a16:creationId xmlns:a16="http://schemas.microsoft.com/office/drawing/2014/main" id="{41E486E5-1757-4896-A762-4D0BE33091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" name="Freeform 7">
                <a:extLst>
                  <a:ext uri="{FF2B5EF4-FFF2-40B4-BE49-F238E27FC236}">
                    <a16:creationId xmlns:a16="http://schemas.microsoft.com/office/drawing/2014/main" id="{5812B4BD-11B4-43E6-B3D0-1F424A9FD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" name="Freeform 8">
                <a:extLst>
                  <a:ext uri="{FF2B5EF4-FFF2-40B4-BE49-F238E27FC236}">
                    <a16:creationId xmlns:a16="http://schemas.microsoft.com/office/drawing/2014/main" id="{6A0E1D38-C2A3-42C9-920D-F40319CE16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" name="Freeform 9">
                <a:extLst>
                  <a:ext uri="{FF2B5EF4-FFF2-40B4-BE49-F238E27FC236}">
                    <a16:creationId xmlns:a16="http://schemas.microsoft.com/office/drawing/2014/main" id="{3FAF6AF3-9B01-4BEB-BB6B-08B348511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53F7FADA-61E9-4AAB-BED8-D6FD1BB545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9" name="Freeform 11">
                <a:extLst>
                  <a:ext uri="{FF2B5EF4-FFF2-40B4-BE49-F238E27FC236}">
                    <a16:creationId xmlns:a16="http://schemas.microsoft.com/office/drawing/2014/main" id="{46419F9F-3EEC-45FF-98BB-4F20D5347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" name="Freeform 12">
                <a:extLst>
                  <a:ext uri="{FF2B5EF4-FFF2-40B4-BE49-F238E27FC236}">
                    <a16:creationId xmlns:a16="http://schemas.microsoft.com/office/drawing/2014/main" id="{1E081BCD-31AF-4E94-966D-497357D221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1" name="Freeform 13">
                <a:extLst>
                  <a:ext uri="{FF2B5EF4-FFF2-40B4-BE49-F238E27FC236}">
                    <a16:creationId xmlns:a16="http://schemas.microsoft.com/office/drawing/2014/main" id="{5082EAA7-B95F-462F-8307-2C9EC1C35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" name="Freeform 14">
                <a:extLst>
                  <a:ext uri="{FF2B5EF4-FFF2-40B4-BE49-F238E27FC236}">
                    <a16:creationId xmlns:a16="http://schemas.microsoft.com/office/drawing/2014/main" id="{E9A57125-4B73-448E-B7B7-94380A928D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3" name="Freeform 15">
                <a:extLst>
                  <a:ext uri="{FF2B5EF4-FFF2-40B4-BE49-F238E27FC236}">
                    <a16:creationId xmlns:a16="http://schemas.microsoft.com/office/drawing/2014/main" id="{7290E834-81F0-42A1-B66B-33D4580573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4" name="Line 16">
                <a:extLst>
                  <a:ext uri="{FF2B5EF4-FFF2-40B4-BE49-F238E27FC236}">
                    <a16:creationId xmlns:a16="http://schemas.microsoft.com/office/drawing/2014/main" id="{C9FA5563-6ED2-4EAC-A8ED-DF71850ACD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5" name="Freeform 17">
                <a:extLst>
                  <a:ext uri="{FF2B5EF4-FFF2-40B4-BE49-F238E27FC236}">
                    <a16:creationId xmlns:a16="http://schemas.microsoft.com/office/drawing/2014/main" id="{50479572-5CA3-41F4-8BDC-F039335C2C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" name="Freeform 18">
                <a:extLst>
                  <a:ext uri="{FF2B5EF4-FFF2-40B4-BE49-F238E27FC236}">
                    <a16:creationId xmlns:a16="http://schemas.microsoft.com/office/drawing/2014/main" id="{4156CB6F-DF65-4A51-A840-7A4177BDF6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7" name="Freeform 19">
                <a:extLst>
                  <a:ext uri="{FF2B5EF4-FFF2-40B4-BE49-F238E27FC236}">
                    <a16:creationId xmlns:a16="http://schemas.microsoft.com/office/drawing/2014/main" id="{9252974F-88C0-4CAA-A42D-E94E2B7A6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" name="Freeform 20">
                <a:extLst>
                  <a:ext uri="{FF2B5EF4-FFF2-40B4-BE49-F238E27FC236}">
                    <a16:creationId xmlns:a16="http://schemas.microsoft.com/office/drawing/2014/main" id="{DE3974B2-2875-4AFE-A30A-6EE823E579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9" name="Rectangle 21">
                <a:extLst>
                  <a:ext uri="{FF2B5EF4-FFF2-40B4-BE49-F238E27FC236}">
                    <a16:creationId xmlns:a16="http://schemas.microsoft.com/office/drawing/2014/main" id="{948A52FE-E1B0-4297-BBBE-C860B4E3D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" name="Freeform 22">
                <a:extLst>
                  <a:ext uri="{FF2B5EF4-FFF2-40B4-BE49-F238E27FC236}">
                    <a16:creationId xmlns:a16="http://schemas.microsoft.com/office/drawing/2014/main" id="{C6E71B5D-6B02-417C-A0CF-4447C55F2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" name="Freeform 23">
                <a:extLst>
                  <a:ext uri="{FF2B5EF4-FFF2-40B4-BE49-F238E27FC236}">
                    <a16:creationId xmlns:a16="http://schemas.microsoft.com/office/drawing/2014/main" id="{0FB94710-B373-451B-84A2-947DDB4564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" name="Freeform 24">
                <a:extLst>
                  <a:ext uri="{FF2B5EF4-FFF2-40B4-BE49-F238E27FC236}">
                    <a16:creationId xmlns:a16="http://schemas.microsoft.com/office/drawing/2014/main" id="{4E47778B-FD55-4A2C-A53F-E548158C89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DA2A4F49-8FC4-4F12-8707-A6CC117E58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" name="Freeform 26">
                <a:extLst>
                  <a:ext uri="{FF2B5EF4-FFF2-40B4-BE49-F238E27FC236}">
                    <a16:creationId xmlns:a16="http://schemas.microsoft.com/office/drawing/2014/main" id="{2293D140-51FA-484D-8464-785D8FD3D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" name="Freeform 27">
                <a:extLst>
                  <a:ext uri="{FF2B5EF4-FFF2-40B4-BE49-F238E27FC236}">
                    <a16:creationId xmlns:a16="http://schemas.microsoft.com/office/drawing/2014/main" id="{AA66B21A-3C7F-426E-9C38-C0D6AEF13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6" name="Freeform 28">
                <a:extLst>
                  <a:ext uri="{FF2B5EF4-FFF2-40B4-BE49-F238E27FC236}">
                    <a16:creationId xmlns:a16="http://schemas.microsoft.com/office/drawing/2014/main" id="{F22F8B0E-04B8-4D29-9E19-CACDAE6AB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" name="Freeform 29">
                <a:extLst>
                  <a:ext uri="{FF2B5EF4-FFF2-40B4-BE49-F238E27FC236}">
                    <a16:creationId xmlns:a16="http://schemas.microsoft.com/office/drawing/2014/main" id="{E0D8C2CC-1759-4605-B3C9-DA4B1EF250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8" name="Freeform 30">
                <a:extLst>
                  <a:ext uri="{FF2B5EF4-FFF2-40B4-BE49-F238E27FC236}">
                    <a16:creationId xmlns:a16="http://schemas.microsoft.com/office/drawing/2014/main" id="{547A4BC3-AA95-4A78-AC23-65A4CE843B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9" name="Freeform 31">
                <a:extLst>
                  <a:ext uri="{FF2B5EF4-FFF2-40B4-BE49-F238E27FC236}">
                    <a16:creationId xmlns:a16="http://schemas.microsoft.com/office/drawing/2014/main" id="{93059BC9-C7C3-41F9-8BBA-7BF49FF602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335FE01-8192-4D2A-93F8-2F680F728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3" name="Freeform 32">
                <a:extLst>
                  <a:ext uri="{FF2B5EF4-FFF2-40B4-BE49-F238E27FC236}">
                    <a16:creationId xmlns:a16="http://schemas.microsoft.com/office/drawing/2014/main" id="{A150A82A-9896-4D5B-BAA5-0A7ECD0789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Freeform 33">
                <a:extLst>
                  <a:ext uri="{FF2B5EF4-FFF2-40B4-BE49-F238E27FC236}">
                    <a16:creationId xmlns:a16="http://schemas.microsoft.com/office/drawing/2014/main" id="{82641EF7-9CDB-40BE-A964-13F866165C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Freeform 34">
                <a:extLst>
                  <a:ext uri="{FF2B5EF4-FFF2-40B4-BE49-F238E27FC236}">
                    <a16:creationId xmlns:a16="http://schemas.microsoft.com/office/drawing/2014/main" id="{A1D1CF16-B5BD-4021-9BA9-637569FC80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" name="Freeform 35">
                <a:extLst>
                  <a:ext uri="{FF2B5EF4-FFF2-40B4-BE49-F238E27FC236}">
                    <a16:creationId xmlns:a16="http://schemas.microsoft.com/office/drawing/2014/main" id="{FF13F72C-CC27-48A0-AC55-686AB9153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" name="Freeform 36">
                <a:extLst>
                  <a:ext uri="{FF2B5EF4-FFF2-40B4-BE49-F238E27FC236}">
                    <a16:creationId xmlns:a16="http://schemas.microsoft.com/office/drawing/2014/main" id="{0EC3BA8B-33ED-483D-935C-170AD0C4D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Freeform 37">
                <a:extLst>
                  <a:ext uri="{FF2B5EF4-FFF2-40B4-BE49-F238E27FC236}">
                    <a16:creationId xmlns:a16="http://schemas.microsoft.com/office/drawing/2014/main" id="{C4C451E6-48CE-4642-B51D-FE44840872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" name="Freeform 38">
                <a:extLst>
                  <a:ext uri="{FF2B5EF4-FFF2-40B4-BE49-F238E27FC236}">
                    <a16:creationId xmlns:a16="http://schemas.microsoft.com/office/drawing/2014/main" id="{0F88F098-E44C-4A45-AE2B-595A7B8527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Freeform 39">
                <a:extLst>
                  <a:ext uri="{FF2B5EF4-FFF2-40B4-BE49-F238E27FC236}">
                    <a16:creationId xmlns:a16="http://schemas.microsoft.com/office/drawing/2014/main" id="{5B782B5D-8B67-4CD5-A0B3-8067BBB328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" name="Freeform 40">
                <a:extLst>
                  <a:ext uri="{FF2B5EF4-FFF2-40B4-BE49-F238E27FC236}">
                    <a16:creationId xmlns:a16="http://schemas.microsoft.com/office/drawing/2014/main" id="{897A4906-0942-4CD6-840D-0915E0C4D0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" name="Rectangle 41">
                <a:extLst>
                  <a:ext uri="{FF2B5EF4-FFF2-40B4-BE49-F238E27FC236}">
                    <a16:creationId xmlns:a16="http://schemas.microsoft.com/office/drawing/2014/main" id="{D1131789-2DD5-462E-9FC9-E25021F5CF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6" y="0"/>
            <a:ext cx="1220483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54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5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7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2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3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5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6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7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8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9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0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1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2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5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6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7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8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9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0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453032" y="1039237"/>
            <a:ext cx="4065385" cy="4697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600" cap="all" dirty="0" err="1">
                <a:latin typeface="+mj-lt"/>
                <a:ea typeface="+mj-ea"/>
                <a:cs typeface="+mj-cs"/>
              </a:rPr>
              <a:t>Agradecimentos</a:t>
            </a:r>
            <a:endParaRPr lang="en-US" sz="3600" cap="all" dirty="0">
              <a:latin typeface="+mj-lt"/>
              <a:ea typeface="+mj-ea"/>
              <a:cs typeface="+mj-cs"/>
            </a:endParaRPr>
          </a:p>
        </p:txBody>
      </p:sp>
      <p:sp useBgFill="1">
        <p:nvSpPr>
          <p:cNvPr id="82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3879" y="0"/>
            <a:ext cx="756494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214108" y="2026661"/>
            <a:ext cx="5830426" cy="2212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120000"/>
              </a:lnSpc>
              <a:spcAft>
                <a:spcPts val="600"/>
              </a:spcAft>
              <a:buSzPct val="125000"/>
              <a:defRPr sz="2000"/>
            </a:pPr>
            <a:r>
              <a:rPr lang="pt-BR" dirty="0"/>
              <a:t>Agradecemos ao professor </a:t>
            </a:r>
            <a:r>
              <a:rPr lang="pt-BR" b="1" dirty="0"/>
              <a:t>Jean Carlos </a:t>
            </a:r>
            <a:r>
              <a:rPr lang="pt-BR" b="1" dirty="0" err="1"/>
              <a:t>Hennrichs</a:t>
            </a:r>
            <a:r>
              <a:rPr lang="pt-BR" dirty="0"/>
              <a:t> e a todos pela atenção.</a:t>
            </a:r>
            <a:endParaRPr lang="en-US" sz="2000" dirty="0"/>
          </a:p>
          <a:p>
            <a:pPr defTabSz="914400">
              <a:lnSpc>
                <a:spcPct val="120000"/>
              </a:lnSpc>
              <a:spcAft>
                <a:spcPts val="600"/>
              </a:spcAft>
              <a:buSzPct val="125000"/>
              <a:defRPr sz="2000"/>
            </a:pPr>
            <a:endParaRPr lang="en-US" sz="2000" dirty="0"/>
          </a:p>
          <a:p>
            <a:pPr defTabSz="914400">
              <a:lnSpc>
                <a:spcPct val="120000"/>
              </a:lnSpc>
              <a:spcAft>
                <a:spcPts val="600"/>
              </a:spcAft>
              <a:buSzPct val="125000"/>
              <a:defRPr sz="2000"/>
            </a:pPr>
            <a:endParaRPr lang="en-US" sz="2000" dirty="0"/>
          </a:p>
          <a:p>
            <a:pPr defTabSz="914400">
              <a:lnSpc>
                <a:spcPct val="120000"/>
              </a:lnSpc>
              <a:spcAft>
                <a:spcPts val="600"/>
              </a:spcAft>
              <a:buSzPct val="125000"/>
              <a:defRPr sz="2000"/>
            </a:pPr>
            <a:r>
              <a:rPr lang="en-US" sz="2000" b="1" dirty="0" err="1"/>
              <a:t>Perguntas</a:t>
            </a:r>
            <a:r>
              <a:rPr lang="en-US" sz="2000" b="1" dirty="0"/>
              <a:t>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235BBB1-9AEF-2932-F500-C48DF5AA6A99}"/>
              </a:ext>
            </a:extLst>
          </p:cNvPr>
          <p:cNvSpPr txBox="1"/>
          <p:nvPr/>
        </p:nvSpPr>
        <p:spPr>
          <a:xfrm>
            <a:off x="4766708" y="6260604"/>
            <a:ext cx="6105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/>
              <a:t>Sistema de Gestão de Biblioteca</a:t>
            </a:r>
            <a:br>
              <a:rPr lang="pt-BR" sz="1200" dirty="0"/>
            </a:br>
            <a:r>
              <a:rPr lang="pt-BR" sz="1200" dirty="0"/>
              <a:t>Práticas Extensionistas III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44</TotalTime>
  <Words>162</Words>
  <Application>Microsoft Office PowerPoint</Application>
  <PresentationFormat>Personalizar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Mona Sans VF</vt:lpstr>
      <vt:lpstr>Tw Cen MT</vt:lpstr>
      <vt:lpstr>Circuito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Jorge Luiz Lopes Polli</cp:lastModifiedBy>
  <cp:revision>3</cp:revision>
  <dcterms:created xsi:type="dcterms:W3CDTF">2013-01-27T09:14:16Z</dcterms:created>
  <dcterms:modified xsi:type="dcterms:W3CDTF">2026-07-05T17:45:09Z</dcterms:modified>
  <cp:category/>
</cp:coreProperties>
</file>